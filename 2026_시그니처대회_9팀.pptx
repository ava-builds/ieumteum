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366" autoAdjust="0"/>
    <p:restoredTop sz="94570" autoAdjust="0"/>
  </p:normalViewPr>
  <p:slideViewPr>
    <p:cSldViewPr>
      <p:cViewPr>
        <p:scale>
          <a:sx n="46" d="100"/>
          <a:sy n="46" d="100"/>
        </p:scale>
        <p:origin x="-856" y="10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8.png"/><Relationship Id="rId21" Type="http://schemas.openxmlformats.org/officeDocument/2006/relationships/image" Target="../media/image33.png"/><Relationship Id="rId42" Type="http://schemas.openxmlformats.org/officeDocument/2006/relationships/image" Target="../media/image54.png"/><Relationship Id="rId47" Type="http://schemas.openxmlformats.org/officeDocument/2006/relationships/image" Target="../media/image59.png"/><Relationship Id="rId63" Type="http://schemas.openxmlformats.org/officeDocument/2006/relationships/image" Target="../media/image75.svg"/><Relationship Id="rId68" Type="http://schemas.openxmlformats.org/officeDocument/2006/relationships/image" Target="../media/image80.png"/><Relationship Id="rId84" Type="http://schemas.openxmlformats.org/officeDocument/2006/relationships/image" Target="../media/image96.svg"/><Relationship Id="rId89" Type="http://schemas.openxmlformats.org/officeDocument/2006/relationships/image" Target="../media/image101.png"/><Relationship Id="rId16" Type="http://schemas.openxmlformats.org/officeDocument/2006/relationships/image" Target="../media/image28.svg"/><Relationship Id="rId11" Type="http://schemas.openxmlformats.org/officeDocument/2006/relationships/image" Target="../media/image23.svg"/><Relationship Id="rId32" Type="http://schemas.openxmlformats.org/officeDocument/2006/relationships/image" Target="../media/image44.png"/><Relationship Id="rId37" Type="http://schemas.openxmlformats.org/officeDocument/2006/relationships/image" Target="../media/image49.svg"/><Relationship Id="rId53" Type="http://schemas.openxmlformats.org/officeDocument/2006/relationships/image" Target="../media/image65.png"/><Relationship Id="rId58" Type="http://schemas.openxmlformats.org/officeDocument/2006/relationships/image" Target="../media/image70.png"/><Relationship Id="rId74" Type="http://schemas.openxmlformats.org/officeDocument/2006/relationships/image" Target="../media/image86.png"/><Relationship Id="rId79" Type="http://schemas.openxmlformats.org/officeDocument/2006/relationships/image" Target="../media/image91.png"/><Relationship Id="rId5" Type="http://schemas.openxmlformats.org/officeDocument/2006/relationships/image" Target="../media/image17.svg"/><Relationship Id="rId90" Type="http://schemas.openxmlformats.org/officeDocument/2006/relationships/image" Target="../media/image102.png"/><Relationship Id="rId14" Type="http://schemas.openxmlformats.org/officeDocument/2006/relationships/image" Target="../media/image26.svg"/><Relationship Id="rId22" Type="http://schemas.openxmlformats.org/officeDocument/2006/relationships/image" Target="../media/image34.svg"/><Relationship Id="rId27" Type="http://schemas.openxmlformats.org/officeDocument/2006/relationships/image" Target="../media/image39.svg"/><Relationship Id="rId30" Type="http://schemas.openxmlformats.org/officeDocument/2006/relationships/image" Target="../media/image42.png"/><Relationship Id="rId35" Type="http://schemas.openxmlformats.org/officeDocument/2006/relationships/image" Target="../media/image47.png"/><Relationship Id="rId43" Type="http://schemas.openxmlformats.org/officeDocument/2006/relationships/image" Target="../media/image55.png"/><Relationship Id="rId48" Type="http://schemas.openxmlformats.org/officeDocument/2006/relationships/image" Target="../media/image60.png"/><Relationship Id="rId56" Type="http://schemas.openxmlformats.org/officeDocument/2006/relationships/image" Target="../media/image68.png"/><Relationship Id="rId64" Type="http://schemas.openxmlformats.org/officeDocument/2006/relationships/image" Target="../media/image76.png"/><Relationship Id="rId69" Type="http://schemas.openxmlformats.org/officeDocument/2006/relationships/image" Target="../media/image81.svg"/><Relationship Id="rId77" Type="http://schemas.openxmlformats.org/officeDocument/2006/relationships/image" Target="../media/image89.png"/><Relationship Id="rId8" Type="http://schemas.openxmlformats.org/officeDocument/2006/relationships/image" Target="../media/image20.svg"/><Relationship Id="rId51" Type="http://schemas.openxmlformats.org/officeDocument/2006/relationships/image" Target="../media/image63.svg"/><Relationship Id="rId72" Type="http://schemas.openxmlformats.org/officeDocument/2006/relationships/image" Target="../media/image84.png"/><Relationship Id="rId80" Type="http://schemas.openxmlformats.org/officeDocument/2006/relationships/image" Target="../media/image92.svg"/><Relationship Id="rId85" Type="http://schemas.openxmlformats.org/officeDocument/2006/relationships/image" Target="../media/image97.png"/><Relationship Id="rId3" Type="http://schemas.openxmlformats.org/officeDocument/2006/relationships/image" Target="../media/image15.svg"/><Relationship Id="rId12" Type="http://schemas.openxmlformats.org/officeDocument/2006/relationships/image" Target="../media/image24.svg"/><Relationship Id="rId17" Type="http://schemas.openxmlformats.org/officeDocument/2006/relationships/image" Target="../media/image29.png"/><Relationship Id="rId25" Type="http://schemas.openxmlformats.org/officeDocument/2006/relationships/image" Target="../media/image37.png"/><Relationship Id="rId33" Type="http://schemas.openxmlformats.org/officeDocument/2006/relationships/image" Target="../media/image45.png"/><Relationship Id="rId38" Type="http://schemas.openxmlformats.org/officeDocument/2006/relationships/image" Target="../media/image50.png"/><Relationship Id="rId46" Type="http://schemas.openxmlformats.org/officeDocument/2006/relationships/image" Target="../media/image58.png"/><Relationship Id="rId59" Type="http://schemas.openxmlformats.org/officeDocument/2006/relationships/image" Target="../media/image71.svg"/><Relationship Id="rId67" Type="http://schemas.openxmlformats.org/officeDocument/2006/relationships/image" Target="../media/image79.svg"/><Relationship Id="rId20" Type="http://schemas.openxmlformats.org/officeDocument/2006/relationships/image" Target="../media/image32.svg"/><Relationship Id="rId41" Type="http://schemas.openxmlformats.org/officeDocument/2006/relationships/image" Target="../media/image53.svg"/><Relationship Id="rId54" Type="http://schemas.openxmlformats.org/officeDocument/2006/relationships/image" Target="../media/image66.png"/><Relationship Id="rId62" Type="http://schemas.openxmlformats.org/officeDocument/2006/relationships/image" Target="../media/image74.png"/><Relationship Id="rId70" Type="http://schemas.openxmlformats.org/officeDocument/2006/relationships/image" Target="../media/image82.png"/><Relationship Id="rId75" Type="http://schemas.openxmlformats.org/officeDocument/2006/relationships/image" Target="../media/image87.png"/><Relationship Id="rId83" Type="http://schemas.openxmlformats.org/officeDocument/2006/relationships/image" Target="../media/image95.png"/><Relationship Id="rId88" Type="http://schemas.openxmlformats.org/officeDocument/2006/relationships/image" Target="../media/image100.png"/><Relationship Id="rId91" Type="http://schemas.openxmlformats.org/officeDocument/2006/relationships/image" Target="../media/image10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28" Type="http://schemas.openxmlformats.org/officeDocument/2006/relationships/image" Target="../media/image40.png"/><Relationship Id="rId36" Type="http://schemas.openxmlformats.org/officeDocument/2006/relationships/image" Target="../media/image48.png"/><Relationship Id="rId49" Type="http://schemas.openxmlformats.org/officeDocument/2006/relationships/image" Target="../media/image61.png"/><Relationship Id="rId57" Type="http://schemas.openxmlformats.org/officeDocument/2006/relationships/image" Target="../media/image69.svg"/><Relationship Id="rId10" Type="http://schemas.openxmlformats.org/officeDocument/2006/relationships/image" Target="../media/image22.png"/><Relationship Id="rId31" Type="http://schemas.openxmlformats.org/officeDocument/2006/relationships/image" Target="../media/image43.png"/><Relationship Id="rId44" Type="http://schemas.openxmlformats.org/officeDocument/2006/relationships/image" Target="../media/image56.png"/><Relationship Id="rId52" Type="http://schemas.openxmlformats.org/officeDocument/2006/relationships/image" Target="../media/image64.png"/><Relationship Id="rId60" Type="http://schemas.openxmlformats.org/officeDocument/2006/relationships/image" Target="../media/image72.png"/><Relationship Id="rId65" Type="http://schemas.openxmlformats.org/officeDocument/2006/relationships/image" Target="../media/image77.svg"/><Relationship Id="rId73" Type="http://schemas.openxmlformats.org/officeDocument/2006/relationships/image" Target="../media/image85.svg"/><Relationship Id="rId78" Type="http://schemas.openxmlformats.org/officeDocument/2006/relationships/image" Target="../media/image90.svg"/><Relationship Id="rId81" Type="http://schemas.openxmlformats.org/officeDocument/2006/relationships/image" Target="../media/image93.png"/><Relationship Id="rId86" Type="http://schemas.openxmlformats.org/officeDocument/2006/relationships/image" Target="../media/image98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Relationship Id="rId13" Type="http://schemas.openxmlformats.org/officeDocument/2006/relationships/image" Target="../media/image25.png"/><Relationship Id="rId18" Type="http://schemas.openxmlformats.org/officeDocument/2006/relationships/image" Target="../media/image30.svg"/><Relationship Id="rId39" Type="http://schemas.openxmlformats.org/officeDocument/2006/relationships/image" Target="../media/image51.svg"/><Relationship Id="rId34" Type="http://schemas.openxmlformats.org/officeDocument/2006/relationships/image" Target="../media/image46.png"/><Relationship Id="rId50" Type="http://schemas.openxmlformats.org/officeDocument/2006/relationships/image" Target="../media/image62.png"/><Relationship Id="rId55" Type="http://schemas.openxmlformats.org/officeDocument/2006/relationships/image" Target="../media/image67.png"/><Relationship Id="rId76" Type="http://schemas.openxmlformats.org/officeDocument/2006/relationships/image" Target="../media/image88.svg"/><Relationship Id="rId7" Type="http://schemas.openxmlformats.org/officeDocument/2006/relationships/image" Target="../media/image19.png"/><Relationship Id="rId71" Type="http://schemas.openxmlformats.org/officeDocument/2006/relationships/image" Target="../media/image83.svg"/><Relationship Id="rId2" Type="http://schemas.openxmlformats.org/officeDocument/2006/relationships/image" Target="../media/image14.png"/><Relationship Id="rId29" Type="http://schemas.openxmlformats.org/officeDocument/2006/relationships/image" Target="../media/image41.svg"/><Relationship Id="rId24" Type="http://schemas.openxmlformats.org/officeDocument/2006/relationships/image" Target="../media/image36.png"/><Relationship Id="rId40" Type="http://schemas.openxmlformats.org/officeDocument/2006/relationships/image" Target="../media/image52.png"/><Relationship Id="rId45" Type="http://schemas.openxmlformats.org/officeDocument/2006/relationships/image" Target="../media/image57.png"/><Relationship Id="rId66" Type="http://schemas.openxmlformats.org/officeDocument/2006/relationships/image" Target="../media/image78.png"/><Relationship Id="rId87" Type="http://schemas.openxmlformats.org/officeDocument/2006/relationships/image" Target="../media/image99.png"/><Relationship Id="rId61" Type="http://schemas.openxmlformats.org/officeDocument/2006/relationships/image" Target="../media/image73.svg"/><Relationship Id="rId82" Type="http://schemas.openxmlformats.org/officeDocument/2006/relationships/image" Target="../media/image94.svg"/><Relationship Id="rId19" Type="http://schemas.openxmlformats.org/officeDocument/2006/relationships/image" Target="../media/image31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4.png"/><Relationship Id="rId21" Type="http://schemas.openxmlformats.org/officeDocument/2006/relationships/image" Target="../media/image112.svg"/><Relationship Id="rId42" Type="http://schemas.openxmlformats.org/officeDocument/2006/relationships/image" Target="../media/image128.png"/><Relationship Id="rId47" Type="http://schemas.openxmlformats.org/officeDocument/2006/relationships/image" Target="../media/image133.png"/><Relationship Id="rId63" Type="http://schemas.openxmlformats.org/officeDocument/2006/relationships/image" Target="../media/image149.svg"/><Relationship Id="rId68" Type="http://schemas.openxmlformats.org/officeDocument/2006/relationships/image" Target="../media/image154.svg"/><Relationship Id="rId2" Type="http://schemas.openxmlformats.org/officeDocument/2006/relationships/image" Target="../media/image104.png"/><Relationship Id="rId16" Type="http://schemas.openxmlformats.org/officeDocument/2006/relationships/image" Target="../media/image39.svg"/><Relationship Id="rId29" Type="http://schemas.openxmlformats.org/officeDocument/2006/relationships/image" Target="../media/image47.png"/><Relationship Id="rId11" Type="http://schemas.openxmlformats.org/officeDocument/2006/relationships/image" Target="../media/image107.svg"/><Relationship Id="rId24" Type="http://schemas.openxmlformats.org/officeDocument/2006/relationships/image" Target="../media/image115.png"/><Relationship Id="rId32" Type="http://schemas.openxmlformats.org/officeDocument/2006/relationships/image" Target="../media/image118.png"/><Relationship Id="rId37" Type="http://schemas.openxmlformats.org/officeDocument/2006/relationships/image" Target="../media/image123.png"/><Relationship Id="rId40" Type="http://schemas.openxmlformats.org/officeDocument/2006/relationships/image" Target="../media/image126.png"/><Relationship Id="rId45" Type="http://schemas.openxmlformats.org/officeDocument/2006/relationships/image" Target="../media/image131.png"/><Relationship Id="rId53" Type="http://schemas.openxmlformats.org/officeDocument/2006/relationships/image" Target="../media/image139.png"/><Relationship Id="rId58" Type="http://schemas.openxmlformats.org/officeDocument/2006/relationships/image" Target="../media/image144.svg"/><Relationship Id="rId66" Type="http://schemas.openxmlformats.org/officeDocument/2006/relationships/image" Target="../media/image152.svg"/><Relationship Id="rId5" Type="http://schemas.openxmlformats.org/officeDocument/2006/relationships/image" Target="../media/image28.svg"/><Relationship Id="rId61" Type="http://schemas.openxmlformats.org/officeDocument/2006/relationships/image" Target="../media/image147.png"/><Relationship Id="rId19" Type="http://schemas.openxmlformats.org/officeDocument/2006/relationships/image" Target="../media/image110.png"/><Relationship Id="rId14" Type="http://schemas.openxmlformats.org/officeDocument/2006/relationships/image" Target="../media/image109.png"/><Relationship Id="rId22" Type="http://schemas.openxmlformats.org/officeDocument/2006/relationships/image" Target="../media/image113.png"/><Relationship Id="rId27" Type="http://schemas.openxmlformats.org/officeDocument/2006/relationships/image" Target="../media/image45.png"/><Relationship Id="rId30" Type="http://schemas.openxmlformats.org/officeDocument/2006/relationships/image" Target="../media/image116.png"/><Relationship Id="rId35" Type="http://schemas.openxmlformats.org/officeDocument/2006/relationships/image" Target="../media/image121.svg"/><Relationship Id="rId43" Type="http://schemas.openxmlformats.org/officeDocument/2006/relationships/image" Target="../media/image129.svg"/><Relationship Id="rId48" Type="http://schemas.openxmlformats.org/officeDocument/2006/relationships/image" Target="../media/image134.svg"/><Relationship Id="rId56" Type="http://schemas.openxmlformats.org/officeDocument/2006/relationships/image" Target="../media/image142.png"/><Relationship Id="rId64" Type="http://schemas.openxmlformats.org/officeDocument/2006/relationships/image" Target="../media/image150.png"/><Relationship Id="rId69" Type="http://schemas.openxmlformats.org/officeDocument/2006/relationships/image" Target="../media/image155.png"/><Relationship Id="rId8" Type="http://schemas.openxmlformats.org/officeDocument/2006/relationships/image" Target="../media/image31.png"/><Relationship Id="rId51" Type="http://schemas.openxmlformats.org/officeDocument/2006/relationships/image" Target="../media/image137.svg"/><Relationship Id="rId72" Type="http://schemas.openxmlformats.org/officeDocument/2006/relationships/image" Target="../media/image158.png"/><Relationship Id="rId3" Type="http://schemas.openxmlformats.org/officeDocument/2006/relationships/image" Target="../media/image105.sv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5" Type="http://schemas.openxmlformats.org/officeDocument/2006/relationships/image" Target="../media/image43.png"/><Relationship Id="rId33" Type="http://schemas.openxmlformats.org/officeDocument/2006/relationships/image" Target="../media/image119.svg"/><Relationship Id="rId38" Type="http://schemas.openxmlformats.org/officeDocument/2006/relationships/image" Target="../media/image124.svg"/><Relationship Id="rId46" Type="http://schemas.openxmlformats.org/officeDocument/2006/relationships/image" Target="../media/image132.svg"/><Relationship Id="rId59" Type="http://schemas.openxmlformats.org/officeDocument/2006/relationships/image" Target="../media/image145.png"/><Relationship Id="rId67" Type="http://schemas.openxmlformats.org/officeDocument/2006/relationships/image" Target="../media/image153.png"/><Relationship Id="rId20" Type="http://schemas.openxmlformats.org/officeDocument/2006/relationships/image" Target="../media/image111.png"/><Relationship Id="rId41" Type="http://schemas.openxmlformats.org/officeDocument/2006/relationships/image" Target="../media/image127.svg"/><Relationship Id="rId54" Type="http://schemas.openxmlformats.org/officeDocument/2006/relationships/image" Target="../media/image140.png"/><Relationship Id="rId62" Type="http://schemas.openxmlformats.org/officeDocument/2006/relationships/image" Target="../media/image148.svg"/><Relationship Id="rId70" Type="http://schemas.openxmlformats.org/officeDocument/2006/relationships/image" Target="../media/image15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5" Type="http://schemas.openxmlformats.org/officeDocument/2006/relationships/image" Target="../media/image38.png"/><Relationship Id="rId23" Type="http://schemas.openxmlformats.org/officeDocument/2006/relationships/image" Target="../media/image114.png"/><Relationship Id="rId28" Type="http://schemas.openxmlformats.org/officeDocument/2006/relationships/image" Target="../media/image46.png"/><Relationship Id="rId36" Type="http://schemas.openxmlformats.org/officeDocument/2006/relationships/image" Target="../media/image122.png"/><Relationship Id="rId49" Type="http://schemas.openxmlformats.org/officeDocument/2006/relationships/image" Target="../media/image135.png"/><Relationship Id="rId57" Type="http://schemas.openxmlformats.org/officeDocument/2006/relationships/image" Target="../media/image143.png"/><Relationship Id="rId10" Type="http://schemas.openxmlformats.org/officeDocument/2006/relationships/image" Target="../media/image106.png"/><Relationship Id="rId31" Type="http://schemas.openxmlformats.org/officeDocument/2006/relationships/image" Target="../media/image117.svg"/><Relationship Id="rId44" Type="http://schemas.openxmlformats.org/officeDocument/2006/relationships/image" Target="../media/image130.png"/><Relationship Id="rId52" Type="http://schemas.openxmlformats.org/officeDocument/2006/relationships/image" Target="../media/image138.png"/><Relationship Id="rId60" Type="http://schemas.openxmlformats.org/officeDocument/2006/relationships/image" Target="../media/image146.svg"/><Relationship Id="rId65" Type="http://schemas.openxmlformats.org/officeDocument/2006/relationships/image" Target="../media/image151.png"/><Relationship Id="rId73" Type="http://schemas.openxmlformats.org/officeDocument/2006/relationships/image" Target="../media/image159.png"/><Relationship Id="rId4" Type="http://schemas.openxmlformats.org/officeDocument/2006/relationships/image" Target="../media/image27.png"/><Relationship Id="rId9" Type="http://schemas.openxmlformats.org/officeDocument/2006/relationships/image" Target="../media/image32.svg"/><Relationship Id="rId13" Type="http://schemas.openxmlformats.org/officeDocument/2006/relationships/image" Target="../media/image108.png"/><Relationship Id="rId18" Type="http://schemas.openxmlformats.org/officeDocument/2006/relationships/image" Target="../media/image41.svg"/><Relationship Id="rId39" Type="http://schemas.openxmlformats.org/officeDocument/2006/relationships/image" Target="../media/image125.png"/><Relationship Id="rId34" Type="http://schemas.openxmlformats.org/officeDocument/2006/relationships/image" Target="../media/image120.png"/><Relationship Id="rId50" Type="http://schemas.openxmlformats.org/officeDocument/2006/relationships/image" Target="../media/image136.png"/><Relationship Id="rId55" Type="http://schemas.openxmlformats.org/officeDocument/2006/relationships/image" Target="../media/image141.png"/><Relationship Id="rId7" Type="http://schemas.openxmlformats.org/officeDocument/2006/relationships/image" Target="../media/image30.svg"/><Relationship Id="rId71" Type="http://schemas.openxmlformats.org/officeDocument/2006/relationships/image" Target="../media/image157.sv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80.png"/><Relationship Id="rId21" Type="http://schemas.openxmlformats.org/officeDocument/2006/relationships/image" Target="../media/image29.png"/><Relationship Id="rId42" Type="http://schemas.openxmlformats.org/officeDocument/2006/relationships/image" Target="../media/image192.png"/><Relationship Id="rId47" Type="http://schemas.openxmlformats.org/officeDocument/2006/relationships/image" Target="../media/image197.svg"/><Relationship Id="rId63" Type="http://schemas.openxmlformats.org/officeDocument/2006/relationships/image" Target="../media/image46.png"/><Relationship Id="rId68" Type="http://schemas.openxmlformats.org/officeDocument/2006/relationships/image" Target="../media/image216.png"/><Relationship Id="rId16" Type="http://schemas.openxmlformats.org/officeDocument/2006/relationships/image" Target="../media/image174.svg"/><Relationship Id="rId11" Type="http://schemas.openxmlformats.org/officeDocument/2006/relationships/image" Target="../media/image169.png"/><Relationship Id="rId32" Type="http://schemas.openxmlformats.org/officeDocument/2006/relationships/image" Target="../media/image182.png"/><Relationship Id="rId37" Type="http://schemas.openxmlformats.org/officeDocument/2006/relationships/image" Target="../media/image187.svg"/><Relationship Id="rId53" Type="http://schemas.openxmlformats.org/officeDocument/2006/relationships/image" Target="../media/image203.png"/><Relationship Id="rId58" Type="http://schemas.openxmlformats.org/officeDocument/2006/relationships/image" Target="../media/image208.png"/><Relationship Id="rId74" Type="http://schemas.openxmlformats.org/officeDocument/2006/relationships/image" Target="../media/image222.svg"/><Relationship Id="rId79" Type="http://schemas.openxmlformats.org/officeDocument/2006/relationships/image" Target="../media/image227.png"/><Relationship Id="rId5" Type="http://schemas.openxmlformats.org/officeDocument/2006/relationships/image" Target="../media/image163.svg"/><Relationship Id="rId61" Type="http://schemas.openxmlformats.org/officeDocument/2006/relationships/image" Target="../media/image211.png"/><Relationship Id="rId82" Type="http://schemas.openxmlformats.org/officeDocument/2006/relationships/image" Target="../media/image230.png"/><Relationship Id="rId19" Type="http://schemas.openxmlformats.org/officeDocument/2006/relationships/image" Target="../media/image27.png"/><Relationship Id="rId14" Type="http://schemas.openxmlformats.org/officeDocument/2006/relationships/image" Target="../media/image172.svg"/><Relationship Id="rId22" Type="http://schemas.openxmlformats.org/officeDocument/2006/relationships/image" Target="../media/image178.svg"/><Relationship Id="rId27" Type="http://schemas.openxmlformats.org/officeDocument/2006/relationships/image" Target="../media/image181.png"/><Relationship Id="rId30" Type="http://schemas.openxmlformats.org/officeDocument/2006/relationships/image" Target="../media/image40.png"/><Relationship Id="rId35" Type="http://schemas.openxmlformats.org/officeDocument/2006/relationships/image" Target="../media/image185.png"/><Relationship Id="rId43" Type="http://schemas.openxmlformats.org/officeDocument/2006/relationships/image" Target="../media/image193.svg"/><Relationship Id="rId48" Type="http://schemas.openxmlformats.org/officeDocument/2006/relationships/image" Target="../media/image198.png"/><Relationship Id="rId56" Type="http://schemas.openxmlformats.org/officeDocument/2006/relationships/image" Target="../media/image206.png"/><Relationship Id="rId64" Type="http://schemas.openxmlformats.org/officeDocument/2006/relationships/image" Target="../media/image212.png"/><Relationship Id="rId69" Type="http://schemas.openxmlformats.org/officeDocument/2006/relationships/image" Target="../media/image217.png"/><Relationship Id="rId77" Type="http://schemas.openxmlformats.org/officeDocument/2006/relationships/image" Target="../media/image225.png"/><Relationship Id="rId8" Type="http://schemas.openxmlformats.org/officeDocument/2006/relationships/image" Target="../media/image166.svg"/><Relationship Id="rId51" Type="http://schemas.openxmlformats.org/officeDocument/2006/relationships/image" Target="../media/image201.png"/><Relationship Id="rId72" Type="http://schemas.openxmlformats.org/officeDocument/2006/relationships/image" Target="../media/image220.png"/><Relationship Id="rId80" Type="http://schemas.openxmlformats.org/officeDocument/2006/relationships/image" Target="../media/image228.png"/><Relationship Id="rId3" Type="http://schemas.openxmlformats.org/officeDocument/2006/relationships/image" Target="../media/image161.svg"/><Relationship Id="rId12" Type="http://schemas.openxmlformats.org/officeDocument/2006/relationships/image" Target="../media/image170.svg"/><Relationship Id="rId17" Type="http://schemas.openxmlformats.org/officeDocument/2006/relationships/image" Target="../media/image175.png"/><Relationship Id="rId25" Type="http://schemas.openxmlformats.org/officeDocument/2006/relationships/image" Target="../media/image35.png"/><Relationship Id="rId33" Type="http://schemas.openxmlformats.org/officeDocument/2006/relationships/image" Target="../media/image183.svg"/><Relationship Id="rId38" Type="http://schemas.openxmlformats.org/officeDocument/2006/relationships/image" Target="../media/image188.png"/><Relationship Id="rId46" Type="http://schemas.openxmlformats.org/officeDocument/2006/relationships/image" Target="../media/image196.png"/><Relationship Id="rId59" Type="http://schemas.openxmlformats.org/officeDocument/2006/relationships/image" Target="../media/image209.svg"/><Relationship Id="rId67" Type="http://schemas.openxmlformats.org/officeDocument/2006/relationships/image" Target="../media/image215.png"/><Relationship Id="rId20" Type="http://schemas.openxmlformats.org/officeDocument/2006/relationships/image" Target="../media/image177.svg"/><Relationship Id="rId41" Type="http://schemas.openxmlformats.org/officeDocument/2006/relationships/image" Target="../media/image191.png"/><Relationship Id="rId54" Type="http://schemas.openxmlformats.org/officeDocument/2006/relationships/image" Target="../media/image204.png"/><Relationship Id="rId62" Type="http://schemas.openxmlformats.org/officeDocument/2006/relationships/image" Target="../media/image45.png"/><Relationship Id="rId70" Type="http://schemas.openxmlformats.org/officeDocument/2006/relationships/image" Target="../media/image218.svg"/><Relationship Id="rId75" Type="http://schemas.openxmlformats.org/officeDocument/2006/relationships/image" Target="../media/image22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4.png"/><Relationship Id="rId15" Type="http://schemas.openxmlformats.org/officeDocument/2006/relationships/image" Target="../media/image173.png"/><Relationship Id="rId23" Type="http://schemas.openxmlformats.org/officeDocument/2006/relationships/image" Target="../media/image31.png"/><Relationship Id="rId28" Type="http://schemas.openxmlformats.org/officeDocument/2006/relationships/image" Target="../media/image38.png"/><Relationship Id="rId36" Type="http://schemas.openxmlformats.org/officeDocument/2006/relationships/image" Target="../media/image186.png"/><Relationship Id="rId49" Type="http://schemas.openxmlformats.org/officeDocument/2006/relationships/image" Target="../media/image199.svg"/><Relationship Id="rId57" Type="http://schemas.openxmlformats.org/officeDocument/2006/relationships/image" Target="../media/image207.png"/><Relationship Id="rId10" Type="http://schemas.openxmlformats.org/officeDocument/2006/relationships/image" Target="../media/image168.svg"/><Relationship Id="rId31" Type="http://schemas.openxmlformats.org/officeDocument/2006/relationships/image" Target="../media/image41.svg"/><Relationship Id="rId44" Type="http://schemas.openxmlformats.org/officeDocument/2006/relationships/image" Target="../media/image194.png"/><Relationship Id="rId52" Type="http://schemas.openxmlformats.org/officeDocument/2006/relationships/image" Target="../media/image202.png"/><Relationship Id="rId60" Type="http://schemas.openxmlformats.org/officeDocument/2006/relationships/image" Target="../media/image210.png"/><Relationship Id="rId65" Type="http://schemas.openxmlformats.org/officeDocument/2006/relationships/image" Target="../media/image213.png"/><Relationship Id="rId73" Type="http://schemas.openxmlformats.org/officeDocument/2006/relationships/image" Target="../media/image221.png"/><Relationship Id="rId78" Type="http://schemas.openxmlformats.org/officeDocument/2006/relationships/image" Target="../media/image226.png"/><Relationship Id="rId81" Type="http://schemas.openxmlformats.org/officeDocument/2006/relationships/image" Target="../media/image229.svg"/><Relationship Id="rId4" Type="http://schemas.openxmlformats.org/officeDocument/2006/relationships/image" Target="../media/image162.png"/><Relationship Id="rId9" Type="http://schemas.openxmlformats.org/officeDocument/2006/relationships/image" Target="../media/image167.png"/><Relationship Id="rId13" Type="http://schemas.openxmlformats.org/officeDocument/2006/relationships/image" Target="../media/image171.png"/><Relationship Id="rId18" Type="http://schemas.openxmlformats.org/officeDocument/2006/relationships/image" Target="../media/image176.svg"/><Relationship Id="rId39" Type="http://schemas.openxmlformats.org/officeDocument/2006/relationships/image" Target="../media/image189.png"/><Relationship Id="rId34" Type="http://schemas.openxmlformats.org/officeDocument/2006/relationships/image" Target="../media/image184.png"/><Relationship Id="rId50" Type="http://schemas.openxmlformats.org/officeDocument/2006/relationships/image" Target="../media/image200.png"/><Relationship Id="rId55" Type="http://schemas.openxmlformats.org/officeDocument/2006/relationships/image" Target="../media/image205.png"/><Relationship Id="rId76" Type="http://schemas.openxmlformats.org/officeDocument/2006/relationships/image" Target="../media/image224.png"/><Relationship Id="rId7" Type="http://schemas.openxmlformats.org/officeDocument/2006/relationships/image" Target="../media/image165.png"/><Relationship Id="rId71" Type="http://schemas.openxmlformats.org/officeDocument/2006/relationships/image" Target="../media/image219.svg"/><Relationship Id="rId2" Type="http://schemas.openxmlformats.org/officeDocument/2006/relationships/image" Target="../media/image160.png"/><Relationship Id="rId29" Type="http://schemas.openxmlformats.org/officeDocument/2006/relationships/image" Target="../media/image39.svg"/><Relationship Id="rId24" Type="http://schemas.openxmlformats.org/officeDocument/2006/relationships/image" Target="../media/image179.svg"/><Relationship Id="rId40" Type="http://schemas.openxmlformats.org/officeDocument/2006/relationships/image" Target="../media/image190.svg"/><Relationship Id="rId45" Type="http://schemas.openxmlformats.org/officeDocument/2006/relationships/image" Target="../media/image195.svg"/><Relationship Id="rId66" Type="http://schemas.openxmlformats.org/officeDocument/2006/relationships/image" Target="../media/image214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5.png"/><Relationship Id="rId18" Type="http://schemas.openxmlformats.org/officeDocument/2006/relationships/image" Target="../media/image236.png"/><Relationship Id="rId26" Type="http://schemas.openxmlformats.org/officeDocument/2006/relationships/image" Target="../media/image210.png"/><Relationship Id="rId39" Type="http://schemas.openxmlformats.org/officeDocument/2006/relationships/image" Target="../media/image252.png"/><Relationship Id="rId21" Type="http://schemas.openxmlformats.org/officeDocument/2006/relationships/image" Target="../media/image239.png"/><Relationship Id="rId34" Type="http://schemas.openxmlformats.org/officeDocument/2006/relationships/image" Target="../media/image247.png"/><Relationship Id="rId7" Type="http://schemas.openxmlformats.org/officeDocument/2006/relationships/image" Target="../media/image32.svg"/><Relationship Id="rId12" Type="http://schemas.openxmlformats.org/officeDocument/2006/relationships/image" Target="../media/image234.png"/><Relationship Id="rId17" Type="http://schemas.openxmlformats.org/officeDocument/2006/relationships/image" Target="../media/image41.svg"/><Relationship Id="rId25" Type="http://schemas.openxmlformats.org/officeDocument/2006/relationships/image" Target="../media/image243.png"/><Relationship Id="rId33" Type="http://schemas.openxmlformats.org/officeDocument/2006/relationships/image" Target="../media/image246.png"/><Relationship Id="rId38" Type="http://schemas.openxmlformats.org/officeDocument/2006/relationships/image" Target="../media/image251.svg"/><Relationship Id="rId2" Type="http://schemas.openxmlformats.org/officeDocument/2006/relationships/image" Target="../media/image27.png"/><Relationship Id="rId16" Type="http://schemas.openxmlformats.org/officeDocument/2006/relationships/image" Target="../media/image40.png"/><Relationship Id="rId20" Type="http://schemas.openxmlformats.org/officeDocument/2006/relationships/image" Target="../media/image238.svg"/><Relationship Id="rId29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5.png"/><Relationship Id="rId24" Type="http://schemas.openxmlformats.org/officeDocument/2006/relationships/image" Target="../media/image242.png"/><Relationship Id="rId32" Type="http://schemas.openxmlformats.org/officeDocument/2006/relationships/image" Target="../media/image245.svg"/><Relationship Id="rId37" Type="http://schemas.openxmlformats.org/officeDocument/2006/relationships/image" Target="../media/image250.png"/><Relationship Id="rId40" Type="http://schemas.openxmlformats.org/officeDocument/2006/relationships/image" Target="../media/image253.svg"/><Relationship Id="rId5" Type="http://schemas.openxmlformats.org/officeDocument/2006/relationships/image" Target="../media/image30.svg"/><Relationship Id="rId15" Type="http://schemas.openxmlformats.org/officeDocument/2006/relationships/image" Target="../media/image39.svg"/><Relationship Id="rId23" Type="http://schemas.openxmlformats.org/officeDocument/2006/relationships/image" Target="../media/image241.png"/><Relationship Id="rId28" Type="http://schemas.openxmlformats.org/officeDocument/2006/relationships/image" Target="../media/image45.png"/><Relationship Id="rId36" Type="http://schemas.openxmlformats.org/officeDocument/2006/relationships/image" Target="../media/image249.svg"/><Relationship Id="rId10" Type="http://schemas.openxmlformats.org/officeDocument/2006/relationships/image" Target="../media/image233.png"/><Relationship Id="rId19" Type="http://schemas.openxmlformats.org/officeDocument/2006/relationships/image" Target="../media/image237.png"/><Relationship Id="rId31" Type="http://schemas.openxmlformats.org/officeDocument/2006/relationships/image" Target="../media/image244.png"/><Relationship Id="rId4" Type="http://schemas.openxmlformats.org/officeDocument/2006/relationships/image" Target="../media/image29.png"/><Relationship Id="rId9" Type="http://schemas.openxmlformats.org/officeDocument/2006/relationships/image" Target="../media/image232.svg"/><Relationship Id="rId14" Type="http://schemas.openxmlformats.org/officeDocument/2006/relationships/image" Target="../media/image38.png"/><Relationship Id="rId22" Type="http://schemas.openxmlformats.org/officeDocument/2006/relationships/image" Target="../media/image240.png"/><Relationship Id="rId27" Type="http://schemas.openxmlformats.org/officeDocument/2006/relationships/image" Target="../media/image211.png"/><Relationship Id="rId30" Type="http://schemas.openxmlformats.org/officeDocument/2006/relationships/image" Target="../media/image212.png"/><Relationship Id="rId35" Type="http://schemas.openxmlformats.org/officeDocument/2006/relationships/image" Target="../media/image248.png"/><Relationship Id="rId8" Type="http://schemas.openxmlformats.org/officeDocument/2006/relationships/image" Target="../media/image231.png"/><Relationship Id="rId3" Type="http://schemas.openxmlformats.org/officeDocument/2006/relationships/image" Target="../media/image28.sv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.png"/><Relationship Id="rId18" Type="http://schemas.openxmlformats.org/officeDocument/2006/relationships/image" Target="../media/image210.png"/><Relationship Id="rId26" Type="http://schemas.openxmlformats.org/officeDocument/2006/relationships/image" Target="../media/image261.svg"/><Relationship Id="rId3" Type="http://schemas.openxmlformats.org/officeDocument/2006/relationships/image" Target="../media/image28.svg"/><Relationship Id="rId21" Type="http://schemas.openxmlformats.org/officeDocument/2006/relationships/image" Target="../media/image46.png"/><Relationship Id="rId34" Type="http://schemas.openxmlformats.org/officeDocument/2006/relationships/image" Target="../media/image269.gif"/><Relationship Id="rId7" Type="http://schemas.openxmlformats.org/officeDocument/2006/relationships/image" Target="../media/image32.svg"/><Relationship Id="rId12" Type="http://schemas.openxmlformats.org/officeDocument/2006/relationships/image" Target="../media/image256.png"/><Relationship Id="rId17" Type="http://schemas.openxmlformats.org/officeDocument/2006/relationships/image" Target="../media/image257.png"/><Relationship Id="rId25" Type="http://schemas.openxmlformats.org/officeDocument/2006/relationships/image" Target="../media/image260.png"/><Relationship Id="rId33" Type="http://schemas.openxmlformats.org/officeDocument/2006/relationships/image" Target="../media/image268.svg"/><Relationship Id="rId2" Type="http://schemas.openxmlformats.org/officeDocument/2006/relationships/image" Target="../media/image27.png"/><Relationship Id="rId16" Type="http://schemas.openxmlformats.org/officeDocument/2006/relationships/image" Target="../media/image41.svg"/><Relationship Id="rId20" Type="http://schemas.openxmlformats.org/officeDocument/2006/relationships/image" Target="../media/image45.png"/><Relationship Id="rId29" Type="http://schemas.openxmlformats.org/officeDocument/2006/relationships/image" Target="../media/image2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255.png"/><Relationship Id="rId24" Type="http://schemas.openxmlformats.org/officeDocument/2006/relationships/image" Target="../media/image259.png"/><Relationship Id="rId32" Type="http://schemas.openxmlformats.org/officeDocument/2006/relationships/image" Target="../media/image267.png"/><Relationship Id="rId5" Type="http://schemas.openxmlformats.org/officeDocument/2006/relationships/image" Target="../media/image30.svg"/><Relationship Id="rId15" Type="http://schemas.openxmlformats.org/officeDocument/2006/relationships/image" Target="../media/image40.png"/><Relationship Id="rId23" Type="http://schemas.openxmlformats.org/officeDocument/2006/relationships/image" Target="../media/image258.png"/><Relationship Id="rId28" Type="http://schemas.openxmlformats.org/officeDocument/2006/relationships/image" Target="../media/image263.png"/><Relationship Id="rId10" Type="http://schemas.openxmlformats.org/officeDocument/2006/relationships/image" Target="../media/image35.png"/><Relationship Id="rId19" Type="http://schemas.openxmlformats.org/officeDocument/2006/relationships/image" Target="../media/image211.png"/><Relationship Id="rId31" Type="http://schemas.openxmlformats.org/officeDocument/2006/relationships/image" Target="../media/image266.png"/><Relationship Id="rId4" Type="http://schemas.openxmlformats.org/officeDocument/2006/relationships/image" Target="../media/image29.png"/><Relationship Id="rId9" Type="http://schemas.openxmlformats.org/officeDocument/2006/relationships/image" Target="../media/image254.svg"/><Relationship Id="rId14" Type="http://schemas.openxmlformats.org/officeDocument/2006/relationships/image" Target="../media/image39.svg"/><Relationship Id="rId22" Type="http://schemas.openxmlformats.org/officeDocument/2006/relationships/image" Target="../media/image212.png"/><Relationship Id="rId27" Type="http://schemas.openxmlformats.org/officeDocument/2006/relationships/image" Target="../media/image262.png"/><Relationship Id="rId30" Type="http://schemas.openxmlformats.org/officeDocument/2006/relationships/image" Target="../media/image265.svg"/><Relationship Id="rId8" Type="http://schemas.openxmlformats.org/officeDocument/2006/relationships/image" Target="../media/image106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.png"/><Relationship Id="rId18" Type="http://schemas.openxmlformats.org/officeDocument/2006/relationships/image" Target="../media/image210.png"/><Relationship Id="rId26" Type="http://schemas.openxmlformats.org/officeDocument/2006/relationships/image" Target="../media/image276.svg"/><Relationship Id="rId3" Type="http://schemas.openxmlformats.org/officeDocument/2006/relationships/image" Target="../media/image28.svg"/><Relationship Id="rId21" Type="http://schemas.openxmlformats.org/officeDocument/2006/relationships/image" Target="../media/image46.png"/><Relationship Id="rId34" Type="http://schemas.openxmlformats.org/officeDocument/2006/relationships/image" Target="../media/image267.png"/><Relationship Id="rId7" Type="http://schemas.openxmlformats.org/officeDocument/2006/relationships/image" Target="../media/image32.svg"/><Relationship Id="rId12" Type="http://schemas.openxmlformats.org/officeDocument/2006/relationships/image" Target="../media/image271.png"/><Relationship Id="rId17" Type="http://schemas.openxmlformats.org/officeDocument/2006/relationships/image" Target="../media/image272.png"/><Relationship Id="rId25" Type="http://schemas.openxmlformats.org/officeDocument/2006/relationships/image" Target="../media/image275.png"/><Relationship Id="rId33" Type="http://schemas.openxmlformats.org/officeDocument/2006/relationships/image" Target="../media/image283.png"/><Relationship Id="rId2" Type="http://schemas.openxmlformats.org/officeDocument/2006/relationships/image" Target="../media/image27.png"/><Relationship Id="rId16" Type="http://schemas.openxmlformats.org/officeDocument/2006/relationships/image" Target="../media/image41.svg"/><Relationship Id="rId20" Type="http://schemas.openxmlformats.org/officeDocument/2006/relationships/image" Target="../media/image45.png"/><Relationship Id="rId29" Type="http://schemas.openxmlformats.org/officeDocument/2006/relationships/image" Target="../media/image27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270.png"/><Relationship Id="rId24" Type="http://schemas.openxmlformats.org/officeDocument/2006/relationships/image" Target="../media/image274.png"/><Relationship Id="rId32" Type="http://schemas.openxmlformats.org/officeDocument/2006/relationships/image" Target="../media/image282.svg"/><Relationship Id="rId5" Type="http://schemas.openxmlformats.org/officeDocument/2006/relationships/image" Target="../media/image30.svg"/><Relationship Id="rId15" Type="http://schemas.openxmlformats.org/officeDocument/2006/relationships/image" Target="../media/image40.png"/><Relationship Id="rId23" Type="http://schemas.openxmlformats.org/officeDocument/2006/relationships/image" Target="../media/image273.png"/><Relationship Id="rId28" Type="http://schemas.openxmlformats.org/officeDocument/2006/relationships/image" Target="../media/image278.png"/><Relationship Id="rId36" Type="http://schemas.openxmlformats.org/officeDocument/2006/relationships/image" Target="../media/image284.gif"/><Relationship Id="rId10" Type="http://schemas.openxmlformats.org/officeDocument/2006/relationships/image" Target="../media/image35.png"/><Relationship Id="rId19" Type="http://schemas.openxmlformats.org/officeDocument/2006/relationships/image" Target="../media/image211.png"/><Relationship Id="rId31" Type="http://schemas.openxmlformats.org/officeDocument/2006/relationships/image" Target="../media/image281.png"/><Relationship Id="rId4" Type="http://schemas.openxmlformats.org/officeDocument/2006/relationships/image" Target="../media/image29.png"/><Relationship Id="rId9" Type="http://schemas.openxmlformats.org/officeDocument/2006/relationships/image" Target="../media/image254.svg"/><Relationship Id="rId14" Type="http://schemas.openxmlformats.org/officeDocument/2006/relationships/image" Target="../media/image39.svg"/><Relationship Id="rId22" Type="http://schemas.openxmlformats.org/officeDocument/2006/relationships/image" Target="../media/image212.png"/><Relationship Id="rId27" Type="http://schemas.openxmlformats.org/officeDocument/2006/relationships/image" Target="../media/image277.png"/><Relationship Id="rId30" Type="http://schemas.openxmlformats.org/officeDocument/2006/relationships/image" Target="../media/image280.png"/><Relationship Id="rId35" Type="http://schemas.openxmlformats.org/officeDocument/2006/relationships/image" Target="../media/image268.svg"/><Relationship Id="rId8" Type="http://schemas.openxmlformats.org/officeDocument/2006/relationships/image" Target="../media/image106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.png"/><Relationship Id="rId18" Type="http://schemas.openxmlformats.org/officeDocument/2006/relationships/image" Target="../media/image288.png"/><Relationship Id="rId26" Type="http://schemas.openxmlformats.org/officeDocument/2006/relationships/image" Target="../media/image291.svg"/><Relationship Id="rId3" Type="http://schemas.openxmlformats.org/officeDocument/2006/relationships/image" Target="../media/image28.svg"/><Relationship Id="rId21" Type="http://schemas.openxmlformats.org/officeDocument/2006/relationships/image" Target="../media/image211.png"/><Relationship Id="rId34" Type="http://schemas.openxmlformats.org/officeDocument/2006/relationships/image" Target="../media/image268.svg"/><Relationship Id="rId7" Type="http://schemas.openxmlformats.org/officeDocument/2006/relationships/image" Target="../media/image32.svg"/><Relationship Id="rId12" Type="http://schemas.openxmlformats.org/officeDocument/2006/relationships/image" Target="../media/image286.png"/><Relationship Id="rId17" Type="http://schemas.openxmlformats.org/officeDocument/2006/relationships/image" Target="../media/image287.png"/><Relationship Id="rId25" Type="http://schemas.openxmlformats.org/officeDocument/2006/relationships/image" Target="../media/image290.png"/><Relationship Id="rId33" Type="http://schemas.openxmlformats.org/officeDocument/2006/relationships/image" Target="../media/image267.png"/><Relationship Id="rId2" Type="http://schemas.openxmlformats.org/officeDocument/2006/relationships/image" Target="../media/image27.png"/><Relationship Id="rId16" Type="http://schemas.openxmlformats.org/officeDocument/2006/relationships/image" Target="../media/image41.svg"/><Relationship Id="rId20" Type="http://schemas.openxmlformats.org/officeDocument/2006/relationships/image" Target="../media/image210.png"/><Relationship Id="rId29" Type="http://schemas.openxmlformats.org/officeDocument/2006/relationships/image" Target="../media/image29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285.png"/><Relationship Id="rId24" Type="http://schemas.openxmlformats.org/officeDocument/2006/relationships/image" Target="../media/image212.png"/><Relationship Id="rId32" Type="http://schemas.openxmlformats.org/officeDocument/2006/relationships/image" Target="../media/image297.svg"/><Relationship Id="rId5" Type="http://schemas.openxmlformats.org/officeDocument/2006/relationships/image" Target="../media/image30.svg"/><Relationship Id="rId15" Type="http://schemas.openxmlformats.org/officeDocument/2006/relationships/image" Target="../media/image40.png"/><Relationship Id="rId23" Type="http://schemas.openxmlformats.org/officeDocument/2006/relationships/image" Target="../media/image46.png"/><Relationship Id="rId28" Type="http://schemas.openxmlformats.org/officeDocument/2006/relationships/image" Target="../media/image293.png"/><Relationship Id="rId36" Type="http://schemas.openxmlformats.org/officeDocument/2006/relationships/image" Target="../media/image299.gif"/><Relationship Id="rId10" Type="http://schemas.openxmlformats.org/officeDocument/2006/relationships/image" Target="../media/image35.png"/><Relationship Id="rId19" Type="http://schemas.openxmlformats.org/officeDocument/2006/relationships/image" Target="../media/image289.png"/><Relationship Id="rId31" Type="http://schemas.openxmlformats.org/officeDocument/2006/relationships/image" Target="../media/image296.png"/><Relationship Id="rId4" Type="http://schemas.openxmlformats.org/officeDocument/2006/relationships/image" Target="../media/image29.png"/><Relationship Id="rId9" Type="http://schemas.openxmlformats.org/officeDocument/2006/relationships/image" Target="../media/image254.svg"/><Relationship Id="rId14" Type="http://schemas.openxmlformats.org/officeDocument/2006/relationships/image" Target="../media/image39.svg"/><Relationship Id="rId22" Type="http://schemas.openxmlformats.org/officeDocument/2006/relationships/image" Target="../media/image45.png"/><Relationship Id="rId27" Type="http://schemas.openxmlformats.org/officeDocument/2006/relationships/image" Target="../media/image292.png"/><Relationship Id="rId30" Type="http://schemas.openxmlformats.org/officeDocument/2006/relationships/image" Target="../media/image295.png"/><Relationship Id="rId35" Type="http://schemas.openxmlformats.org/officeDocument/2006/relationships/image" Target="../media/image298.png"/><Relationship Id="rId8" Type="http://schemas.openxmlformats.org/officeDocument/2006/relationships/image" Target="../media/image106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10.svg"/><Relationship Id="rId21" Type="http://schemas.openxmlformats.org/officeDocument/2006/relationships/image" Target="../media/image306.png"/><Relationship Id="rId42" Type="http://schemas.openxmlformats.org/officeDocument/2006/relationships/image" Target="../media/image325.png"/><Relationship Id="rId47" Type="http://schemas.openxmlformats.org/officeDocument/2006/relationships/image" Target="../media/image330.png"/><Relationship Id="rId63" Type="http://schemas.openxmlformats.org/officeDocument/2006/relationships/image" Target="../media/image345.png"/><Relationship Id="rId68" Type="http://schemas.openxmlformats.org/officeDocument/2006/relationships/image" Target="../media/image350.png"/><Relationship Id="rId2" Type="http://schemas.openxmlformats.org/officeDocument/2006/relationships/image" Target="../media/image27.png"/><Relationship Id="rId16" Type="http://schemas.openxmlformats.org/officeDocument/2006/relationships/image" Target="../media/image41.svg"/><Relationship Id="rId29" Type="http://schemas.openxmlformats.org/officeDocument/2006/relationships/image" Target="../media/image312.png"/><Relationship Id="rId11" Type="http://schemas.openxmlformats.org/officeDocument/2006/relationships/image" Target="../media/image302.png"/><Relationship Id="rId24" Type="http://schemas.openxmlformats.org/officeDocument/2006/relationships/image" Target="../media/image308.svg"/><Relationship Id="rId32" Type="http://schemas.openxmlformats.org/officeDocument/2006/relationships/image" Target="../media/image315.svg"/><Relationship Id="rId37" Type="http://schemas.openxmlformats.org/officeDocument/2006/relationships/image" Target="../media/image320.svg"/><Relationship Id="rId40" Type="http://schemas.openxmlformats.org/officeDocument/2006/relationships/image" Target="../media/image323.svg"/><Relationship Id="rId45" Type="http://schemas.openxmlformats.org/officeDocument/2006/relationships/image" Target="../media/image328.png"/><Relationship Id="rId53" Type="http://schemas.openxmlformats.org/officeDocument/2006/relationships/image" Target="../media/image335.svg"/><Relationship Id="rId58" Type="http://schemas.openxmlformats.org/officeDocument/2006/relationships/image" Target="../media/image340.png"/><Relationship Id="rId66" Type="http://schemas.openxmlformats.org/officeDocument/2006/relationships/image" Target="../media/image348.png"/><Relationship Id="rId5" Type="http://schemas.openxmlformats.org/officeDocument/2006/relationships/image" Target="../media/image30.svg"/><Relationship Id="rId61" Type="http://schemas.openxmlformats.org/officeDocument/2006/relationships/image" Target="../media/image343.svg"/><Relationship Id="rId19" Type="http://schemas.openxmlformats.org/officeDocument/2006/relationships/image" Target="../media/image211.png"/><Relationship Id="rId14" Type="http://schemas.openxmlformats.org/officeDocument/2006/relationships/image" Target="../media/image39.svg"/><Relationship Id="rId22" Type="http://schemas.openxmlformats.org/officeDocument/2006/relationships/image" Target="../media/image44.png"/><Relationship Id="rId27" Type="http://schemas.openxmlformats.org/officeDocument/2006/relationships/image" Target="../media/image221.png"/><Relationship Id="rId30" Type="http://schemas.openxmlformats.org/officeDocument/2006/relationships/image" Target="../media/image313.svg"/><Relationship Id="rId35" Type="http://schemas.openxmlformats.org/officeDocument/2006/relationships/image" Target="../media/image318.svg"/><Relationship Id="rId43" Type="http://schemas.openxmlformats.org/officeDocument/2006/relationships/image" Target="../media/image326.png"/><Relationship Id="rId48" Type="http://schemas.openxmlformats.org/officeDocument/2006/relationships/image" Target="../media/image331.png"/><Relationship Id="rId56" Type="http://schemas.openxmlformats.org/officeDocument/2006/relationships/image" Target="../media/image338.png"/><Relationship Id="rId64" Type="http://schemas.openxmlformats.org/officeDocument/2006/relationships/image" Target="../media/image346.svg"/><Relationship Id="rId69" Type="http://schemas.openxmlformats.org/officeDocument/2006/relationships/image" Target="../media/image351.png"/><Relationship Id="rId8" Type="http://schemas.openxmlformats.org/officeDocument/2006/relationships/image" Target="../media/image300.png"/><Relationship Id="rId51" Type="http://schemas.openxmlformats.org/officeDocument/2006/relationships/image" Target="../media/image333.png"/><Relationship Id="rId72" Type="http://schemas.openxmlformats.org/officeDocument/2006/relationships/image" Target="../media/image354.png"/><Relationship Id="rId3" Type="http://schemas.openxmlformats.org/officeDocument/2006/relationships/image" Target="../media/image28.svg"/><Relationship Id="rId12" Type="http://schemas.openxmlformats.org/officeDocument/2006/relationships/image" Target="../media/image303.png"/><Relationship Id="rId17" Type="http://schemas.openxmlformats.org/officeDocument/2006/relationships/image" Target="../media/image304.png"/><Relationship Id="rId25" Type="http://schemas.openxmlformats.org/officeDocument/2006/relationships/image" Target="../media/image309.png"/><Relationship Id="rId33" Type="http://schemas.openxmlformats.org/officeDocument/2006/relationships/image" Target="../media/image316.png"/><Relationship Id="rId38" Type="http://schemas.openxmlformats.org/officeDocument/2006/relationships/image" Target="../media/image321.png"/><Relationship Id="rId46" Type="http://schemas.openxmlformats.org/officeDocument/2006/relationships/image" Target="../media/image329.png"/><Relationship Id="rId59" Type="http://schemas.openxmlformats.org/officeDocument/2006/relationships/image" Target="../media/image341.svg"/><Relationship Id="rId67" Type="http://schemas.openxmlformats.org/officeDocument/2006/relationships/image" Target="../media/image349.svg"/><Relationship Id="rId20" Type="http://schemas.openxmlformats.org/officeDocument/2006/relationships/image" Target="../media/image45.png"/><Relationship Id="rId41" Type="http://schemas.openxmlformats.org/officeDocument/2006/relationships/image" Target="../media/image324.png"/><Relationship Id="rId54" Type="http://schemas.openxmlformats.org/officeDocument/2006/relationships/image" Target="../media/image336.png"/><Relationship Id="rId62" Type="http://schemas.openxmlformats.org/officeDocument/2006/relationships/image" Target="../media/image344.png"/><Relationship Id="rId70" Type="http://schemas.openxmlformats.org/officeDocument/2006/relationships/image" Target="../media/image3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5" Type="http://schemas.openxmlformats.org/officeDocument/2006/relationships/image" Target="../media/image40.png"/><Relationship Id="rId23" Type="http://schemas.openxmlformats.org/officeDocument/2006/relationships/image" Target="../media/image307.png"/><Relationship Id="rId28" Type="http://schemas.openxmlformats.org/officeDocument/2006/relationships/image" Target="../media/image311.svg"/><Relationship Id="rId36" Type="http://schemas.openxmlformats.org/officeDocument/2006/relationships/image" Target="../media/image319.png"/><Relationship Id="rId49" Type="http://schemas.openxmlformats.org/officeDocument/2006/relationships/image" Target="../media/image332.svg"/><Relationship Id="rId57" Type="http://schemas.openxmlformats.org/officeDocument/2006/relationships/image" Target="../media/image339.svg"/><Relationship Id="rId10" Type="http://schemas.openxmlformats.org/officeDocument/2006/relationships/image" Target="../media/image35.png"/><Relationship Id="rId31" Type="http://schemas.openxmlformats.org/officeDocument/2006/relationships/image" Target="../media/image314.png"/><Relationship Id="rId44" Type="http://schemas.openxmlformats.org/officeDocument/2006/relationships/image" Target="../media/image327.png"/><Relationship Id="rId52" Type="http://schemas.openxmlformats.org/officeDocument/2006/relationships/image" Target="../media/image334.svg"/><Relationship Id="rId60" Type="http://schemas.openxmlformats.org/officeDocument/2006/relationships/image" Target="../media/image342.png"/><Relationship Id="rId65" Type="http://schemas.openxmlformats.org/officeDocument/2006/relationships/image" Target="../media/image347.png"/><Relationship Id="rId73" Type="http://schemas.openxmlformats.org/officeDocument/2006/relationships/image" Target="../media/image355.png"/><Relationship Id="rId4" Type="http://schemas.openxmlformats.org/officeDocument/2006/relationships/image" Target="../media/image29.png"/><Relationship Id="rId9" Type="http://schemas.openxmlformats.org/officeDocument/2006/relationships/image" Target="../media/image301.svg"/><Relationship Id="rId13" Type="http://schemas.openxmlformats.org/officeDocument/2006/relationships/image" Target="../media/image38.png"/><Relationship Id="rId18" Type="http://schemas.openxmlformats.org/officeDocument/2006/relationships/image" Target="../media/image305.png"/><Relationship Id="rId39" Type="http://schemas.openxmlformats.org/officeDocument/2006/relationships/image" Target="../media/image322.png"/><Relationship Id="rId34" Type="http://schemas.openxmlformats.org/officeDocument/2006/relationships/image" Target="../media/image317.png"/><Relationship Id="rId50" Type="http://schemas.openxmlformats.org/officeDocument/2006/relationships/image" Target="../media/image223.svg"/><Relationship Id="rId55" Type="http://schemas.openxmlformats.org/officeDocument/2006/relationships/image" Target="../media/image337.svg"/><Relationship Id="rId7" Type="http://schemas.openxmlformats.org/officeDocument/2006/relationships/image" Target="../media/image32.svg"/><Relationship Id="rId71" Type="http://schemas.openxmlformats.org/officeDocument/2006/relationships/image" Target="../media/image353.png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67.png"/><Relationship Id="rId21" Type="http://schemas.openxmlformats.org/officeDocument/2006/relationships/image" Target="../media/image362.png"/><Relationship Id="rId42" Type="http://schemas.openxmlformats.org/officeDocument/2006/relationships/image" Target="../media/image383.png"/><Relationship Id="rId47" Type="http://schemas.openxmlformats.org/officeDocument/2006/relationships/image" Target="../media/image388.png"/><Relationship Id="rId63" Type="http://schemas.openxmlformats.org/officeDocument/2006/relationships/image" Target="../media/image402.png"/><Relationship Id="rId68" Type="http://schemas.openxmlformats.org/officeDocument/2006/relationships/image" Target="../media/image45.png"/><Relationship Id="rId7" Type="http://schemas.openxmlformats.org/officeDocument/2006/relationships/image" Target="../media/image32.svg"/><Relationship Id="rId2" Type="http://schemas.openxmlformats.org/officeDocument/2006/relationships/image" Target="../media/image27.png"/><Relationship Id="rId16" Type="http://schemas.openxmlformats.org/officeDocument/2006/relationships/image" Target="../media/image41.svg"/><Relationship Id="rId29" Type="http://schemas.openxmlformats.org/officeDocument/2006/relationships/image" Target="../media/image370.png"/><Relationship Id="rId11" Type="http://schemas.openxmlformats.org/officeDocument/2006/relationships/image" Target="../media/image356.png"/><Relationship Id="rId24" Type="http://schemas.openxmlformats.org/officeDocument/2006/relationships/image" Target="../media/image365.svg"/><Relationship Id="rId32" Type="http://schemas.openxmlformats.org/officeDocument/2006/relationships/image" Target="../media/image373.png"/><Relationship Id="rId37" Type="http://schemas.openxmlformats.org/officeDocument/2006/relationships/image" Target="../media/image378.svg"/><Relationship Id="rId40" Type="http://schemas.openxmlformats.org/officeDocument/2006/relationships/image" Target="../media/image381.png"/><Relationship Id="rId45" Type="http://schemas.openxmlformats.org/officeDocument/2006/relationships/image" Target="../media/image386.png"/><Relationship Id="rId53" Type="http://schemas.openxmlformats.org/officeDocument/2006/relationships/image" Target="../media/image392.png"/><Relationship Id="rId58" Type="http://schemas.openxmlformats.org/officeDocument/2006/relationships/image" Target="../media/image397.png"/><Relationship Id="rId66" Type="http://schemas.openxmlformats.org/officeDocument/2006/relationships/image" Target="../media/image405.png"/><Relationship Id="rId5" Type="http://schemas.openxmlformats.org/officeDocument/2006/relationships/image" Target="../media/image30.svg"/><Relationship Id="rId61" Type="http://schemas.openxmlformats.org/officeDocument/2006/relationships/image" Target="../media/image400.png"/><Relationship Id="rId19" Type="http://schemas.openxmlformats.org/officeDocument/2006/relationships/image" Target="../media/image360.png"/><Relationship Id="rId14" Type="http://schemas.openxmlformats.org/officeDocument/2006/relationships/image" Target="../media/image39.svg"/><Relationship Id="rId22" Type="http://schemas.openxmlformats.org/officeDocument/2006/relationships/image" Target="../media/image363.svg"/><Relationship Id="rId27" Type="http://schemas.openxmlformats.org/officeDocument/2006/relationships/image" Target="../media/image368.svg"/><Relationship Id="rId30" Type="http://schemas.openxmlformats.org/officeDocument/2006/relationships/image" Target="../media/image371.png"/><Relationship Id="rId35" Type="http://schemas.openxmlformats.org/officeDocument/2006/relationships/image" Target="../media/image376.png"/><Relationship Id="rId43" Type="http://schemas.openxmlformats.org/officeDocument/2006/relationships/image" Target="../media/image384.png"/><Relationship Id="rId48" Type="http://schemas.openxmlformats.org/officeDocument/2006/relationships/image" Target="../media/image389.png"/><Relationship Id="rId56" Type="http://schemas.openxmlformats.org/officeDocument/2006/relationships/image" Target="../media/image395.png"/><Relationship Id="rId64" Type="http://schemas.openxmlformats.org/officeDocument/2006/relationships/image" Target="../media/image403.png"/><Relationship Id="rId69" Type="http://schemas.openxmlformats.org/officeDocument/2006/relationships/image" Target="../media/image46.png"/><Relationship Id="rId8" Type="http://schemas.openxmlformats.org/officeDocument/2006/relationships/image" Target="../media/image300.png"/><Relationship Id="rId51" Type="http://schemas.openxmlformats.org/officeDocument/2006/relationships/image" Target="../media/image333.png"/><Relationship Id="rId3" Type="http://schemas.openxmlformats.org/officeDocument/2006/relationships/image" Target="../media/image28.svg"/><Relationship Id="rId12" Type="http://schemas.openxmlformats.org/officeDocument/2006/relationships/image" Target="../media/image357.png"/><Relationship Id="rId17" Type="http://schemas.openxmlformats.org/officeDocument/2006/relationships/image" Target="../media/image358.png"/><Relationship Id="rId25" Type="http://schemas.openxmlformats.org/officeDocument/2006/relationships/image" Target="../media/image366.png"/><Relationship Id="rId33" Type="http://schemas.openxmlformats.org/officeDocument/2006/relationships/image" Target="../media/image374.png"/><Relationship Id="rId38" Type="http://schemas.openxmlformats.org/officeDocument/2006/relationships/image" Target="../media/image379.png"/><Relationship Id="rId46" Type="http://schemas.openxmlformats.org/officeDocument/2006/relationships/image" Target="../media/image387.png"/><Relationship Id="rId59" Type="http://schemas.openxmlformats.org/officeDocument/2006/relationships/image" Target="../media/image398.svg"/><Relationship Id="rId67" Type="http://schemas.openxmlformats.org/officeDocument/2006/relationships/image" Target="../media/image211.png"/><Relationship Id="rId20" Type="http://schemas.openxmlformats.org/officeDocument/2006/relationships/image" Target="../media/image361.svg"/><Relationship Id="rId41" Type="http://schemas.openxmlformats.org/officeDocument/2006/relationships/image" Target="../media/image382.png"/><Relationship Id="rId54" Type="http://schemas.openxmlformats.org/officeDocument/2006/relationships/image" Target="../media/image393.png"/><Relationship Id="rId62" Type="http://schemas.openxmlformats.org/officeDocument/2006/relationships/image" Target="../media/image401.png"/><Relationship Id="rId70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5" Type="http://schemas.openxmlformats.org/officeDocument/2006/relationships/image" Target="../media/image40.png"/><Relationship Id="rId23" Type="http://schemas.openxmlformats.org/officeDocument/2006/relationships/image" Target="../media/image364.png"/><Relationship Id="rId28" Type="http://schemas.openxmlformats.org/officeDocument/2006/relationships/image" Target="../media/image369.png"/><Relationship Id="rId36" Type="http://schemas.openxmlformats.org/officeDocument/2006/relationships/image" Target="../media/image377.png"/><Relationship Id="rId49" Type="http://schemas.openxmlformats.org/officeDocument/2006/relationships/image" Target="../media/image390.png"/><Relationship Id="rId57" Type="http://schemas.openxmlformats.org/officeDocument/2006/relationships/image" Target="../media/image396.svg"/><Relationship Id="rId10" Type="http://schemas.openxmlformats.org/officeDocument/2006/relationships/image" Target="../media/image35.png"/><Relationship Id="rId31" Type="http://schemas.openxmlformats.org/officeDocument/2006/relationships/image" Target="../media/image372.png"/><Relationship Id="rId44" Type="http://schemas.openxmlformats.org/officeDocument/2006/relationships/image" Target="../media/image385.svg"/><Relationship Id="rId52" Type="http://schemas.openxmlformats.org/officeDocument/2006/relationships/image" Target="../media/image335.svg"/><Relationship Id="rId60" Type="http://schemas.openxmlformats.org/officeDocument/2006/relationships/image" Target="../media/image399.png"/><Relationship Id="rId65" Type="http://schemas.openxmlformats.org/officeDocument/2006/relationships/image" Target="../media/image404.png"/><Relationship Id="rId4" Type="http://schemas.openxmlformats.org/officeDocument/2006/relationships/image" Target="../media/image29.png"/><Relationship Id="rId9" Type="http://schemas.openxmlformats.org/officeDocument/2006/relationships/image" Target="../media/image301.svg"/><Relationship Id="rId13" Type="http://schemas.openxmlformats.org/officeDocument/2006/relationships/image" Target="../media/image38.png"/><Relationship Id="rId18" Type="http://schemas.openxmlformats.org/officeDocument/2006/relationships/image" Target="../media/image359.png"/><Relationship Id="rId39" Type="http://schemas.openxmlformats.org/officeDocument/2006/relationships/image" Target="../media/image380.png"/><Relationship Id="rId34" Type="http://schemas.openxmlformats.org/officeDocument/2006/relationships/image" Target="../media/image375.svg"/><Relationship Id="rId50" Type="http://schemas.openxmlformats.org/officeDocument/2006/relationships/image" Target="../media/image391.png"/><Relationship Id="rId55" Type="http://schemas.openxmlformats.org/officeDocument/2006/relationships/image" Target="../media/image39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9400" y="1485900"/>
            <a:ext cx="7493000" cy="7493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9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31900" y="8953500"/>
            <a:ext cx="15367000" cy="838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>
            <a:alphaModFix amt="9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109700" y="8140700"/>
            <a:ext cx="4330700" cy="838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7031640">
            <a:off x="10388600" y="5549900"/>
            <a:ext cx="10972800" cy="50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7031640">
            <a:off x="-4559300" y="1727200"/>
            <a:ext cx="10972800" cy="50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2900" y="2400300"/>
            <a:ext cx="5359400" cy="2159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7400" y="4546600"/>
            <a:ext cx="5016500" cy="1358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76400" y="1803400"/>
            <a:ext cx="3873500" cy="635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65300" y="1879600"/>
            <a:ext cx="3568700" cy="482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541500" y="8343900"/>
            <a:ext cx="3670300" cy="393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08400" y="4749800"/>
            <a:ext cx="2565400" cy="2819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0000" y="6807200"/>
            <a:ext cx="2387600" cy="533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08400" y="1765300"/>
            <a:ext cx="2565400" cy="2819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10000" y="3873500"/>
            <a:ext cx="2387600" cy="533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68000" y="1765300"/>
            <a:ext cx="2565400" cy="2819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56900" y="3848100"/>
            <a:ext cx="2387600" cy="596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668000" y="4749800"/>
            <a:ext cx="2565400" cy="2819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756900" y="6959600"/>
            <a:ext cx="2387600" cy="444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88200" y="4749800"/>
            <a:ext cx="2565400" cy="2819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277100" y="6959600"/>
            <a:ext cx="2387600" cy="444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5400000">
            <a:off x="-4533900" y="4381500"/>
            <a:ext cx="9461500" cy="520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1610564">
            <a:off x="-177800" y="9702800"/>
            <a:ext cx="2654300" cy="38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5400000">
            <a:off x="76200" y="9702800"/>
            <a:ext cx="1244600" cy="520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708400" y="1447800"/>
            <a:ext cx="14122400" cy="63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-5400000">
            <a:off x="-114300" y="8178800"/>
            <a:ext cx="1701800" cy="330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93700" y="9766300"/>
            <a:ext cx="596900" cy="3048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282700" y="508000"/>
            <a:ext cx="1358900" cy="13081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04900" y="1460500"/>
            <a:ext cx="1892300" cy="3429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92200" y="1460500"/>
            <a:ext cx="2387600" cy="381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683000" y="406400"/>
            <a:ext cx="13970000" cy="914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231900" y="1981200"/>
            <a:ext cx="2273300" cy="3429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219200" y="2413000"/>
            <a:ext cx="1714500" cy="2540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219200" y="2730500"/>
            <a:ext cx="1714500" cy="2540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219200" y="3048000"/>
            <a:ext cx="1968500" cy="2540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219200" y="3365500"/>
            <a:ext cx="1714500" cy="2540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708400" y="7988300"/>
            <a:ext cx="14109700" cy="19685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4216400" y="8229600"/>
            <a:ext cx="1460500" cy="14605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 rot="16259999">
            <a:off x="5219700" y="8940800"/>
            <a:ext cx="1549400" cy="635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235700" y="8191500"/>
            <a:ext cx="11226800" cy="10414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235700" y="9194800"/>
            <a:ext cx="10680700" cy="5969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886200" y="5778500"/>
            <a:ext cx="2197100" cy="4699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886200" y="6286500"/>
            <a:ext cx="2197100" cy="10541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886200" y="2895600"/>
            <a:ext cx="2197100" cy="4699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886200" y="3390900"/>
            <a:ext cx="2197100" cy="10160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366000" y="5778500"/>
            <a:ext cx="2197100" cy="4699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366000" y="6286500"/>
            <a:ext cx="2197100" cy="10160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11671300" y="4978400"/>
            <a:ext cx="558800" cy="7112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0845800" y="5778500"/>
            <a:ext cx="2197100" cy="4699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0845800" y="6286500"/>
            <a:ext cx="2197100" cy="10160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0845800" y="3390900"/>
            <a:ext cx="2197100" cy="10160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0845800" y="2895600"/>
            <a:ext cx="2197100" cy="4699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6248400" y="3149600"/>
            <a:ext cx="1270000" cy="635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6248400" y="6121400"/>
            <a:ext cx="482600" cy="635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9321800" y="3149600"/>
            <a:ext cx="1371600" cy="635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 rot="-5400000">
            <a:off x="8166100" y="4432300"/>
            <a:ext cx="622300" cy="635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 rot="-5399999">
            <a:off x="5473700" y="4927600"/>
            <a:ext cx="2451100" cy="635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6667500" y="3733800"/>
            <a:ext cx="1320800" cy="635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 rot="21599999">
            <a:off x="10210800" y="6121400"/>
            <a:ext cx="482600" cy="6350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 rot="5399999">
            <a:off x="9017000" y="4927600"/>
            <a:ext cx="2451100" cy="635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8966200" y="3733800"/>
            <a:ext cx="1320800" cy="635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6858000" y="1244600"/>
            <a:ext cx="2857500" cy="37973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7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 rot="5400000">
            <a:off x="11582400" y="4381500"/>
            <a:ext cx="4140200" cy="6223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4470400" y="4851400"/>
            <a:ext cx="952500" cy="9525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8089900" y="4978400"/>
            <a:ext cx="749300" cy="68580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11531600" y="1981200"/>
            <a:ext cx="876300" cy="812800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4572000" y="1993900"/>
            <a:ext cx="825500" cy="76200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8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14033500" y="1816100"/>
            <a:ext cx="3771900" cy="5702300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14008100" y="3759200"/>
            <a:ext cx="3848100" cy="16383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14033500" y="2044700"/>
            <a:ext cx="3810000" cy="1231900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14185900" y="5943600"/>
            <a:ext cx="3416300" cy="1384300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14198600" y="3467100"/>
            <a:ext cx="3454400" cy="63500"/>
          </a:xfrm>
          <a:prstGeom prst="rect">
            <a:avLst/>
          </a:prstGeom>
        </p:spPr>
      </p:pic>
      <p:pic>
        <p:nvPicPr>
          <p:cNvPr id="63" name="Picture 63"/>
          <p:cNvPicPr>
            <a:picLocks noChangeAspect="1"/>
          </p:cNvPicPr>
          <p:nvPr/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14198600" y="5600700"/>
            <a:ext cx="3454400" cy="6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17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27500" y="1905000"/>
            <a:ext cx="3429000" cy="5765800"/>
          </a:xfrm>
          <a:prstGeom prst="rect">
            <a:avLst/>
          </a:prstGeom>
          <a:effectLst>
            <a:outerShdw blurRad="137160" dist="131885" dir="9960000">
              <a:srgbClr val="000000">
                <a:alpha val="9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-4533900" y="4381500"/>
            <a:ext cx="9461500" cy="520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10564">
            <a:off x="-177800" y="9702800"/>
            <a:ext cx="2654300" cy="38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76200" y="9702800"/>
            <a:ext cx="1244600" cy="520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27500" y="1676400"/>
            <a:ext cx="12928600" cy="63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-5400000">
            <a:off x="-114300" y="8178800"/>
            <a:ext cx="1701800" cy="330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3700" y="9766300"/>
            <a:ext cx="596900" cy="304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82700" y="736600"/>
            <a:ext cx="1358900" cy="1270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04900" y="1689100"/>
            <a:ext cx="1892300" cy="342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92200" y="1689100"/>
            <a:ext cx="2387600" cy="38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40200" y="558800"/>
            <a:ext cx="12141200" cy="952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267200" y="2044700"/>
            <a:ext cx="3149600" cy="2298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660900" y="2095500"/>
            <a:ext cx="2374900" cy="2197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267200" y="4356100"/>
            <a:ext cx="1206500" cy="533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267200" y="4965700"/>
            <a:ext cx="889000" cy="2057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231900" y="2082800"/>
            <a:ext cx="2273300" cy="342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19200" y="2527300"/>
            <a:ext cx="1714500" cy="254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19200" y="2844800"/>
            <a:ext cx="1714500" cy="254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19200" y="3162300"/>
            <a:ext cx="1968500" cy="254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19200" y="3479800"/>
            <a:ext cx="1714500" cy="2540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30">
            <a:alphaModFix amt="9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708900" y="1905000"/>
            <a:ext cx="9309100" cy="7797800"/>
          </a:xfrm>
          <a:prstGeom prst="rect">
            <a:avLst/>
          </a:prstGeom>
          <a:effectLst>
            <a:outerShdw blurRad="312039" dist="300038" dir="2700000">
              <a:srgbClr val="000000">
                <a:alpha val="9000"/>
              </a:srgbClr>
            </a:outerShdw>
          </a:effectLst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772400" y="2209800"/>
            <a:ext cx="4419600" cy="32512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7874000" y="9321800"/>
            <a:ext cx="3302000" cy="635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1226800" y="9194800"/>
            <a:ext cx="6451600" cy="3556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7874000" y="2336800"/>
            <a:ext cx="3530600" cy="7493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166100" y="2387600"/>
            <a:ext cx="2933700" cy="6350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2407900" y="2209800"/>
            <a:ext cx="4419600" cy="32512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2560300" y="2336800"/>
            <a:ext cx="3530600" cy="7493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2852400" y="2387600"/>
            <a:ext cx="2933700" cy="6350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7772400" y="5676900"/>
            <a:ext cx="4419600" cy="32512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8001000" y="5816600"/>
            <a:ext cx="3530600" cy="7493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8166100" y="5867400"/>
            <a:ext cx="2933700" cy="6350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12407900" y="5638800"/>
            <a:ext cx="4419600" cy="32512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2560300" y="5816600"/>
            <a:ext cx="3530600" cy="7493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2852400" y="5867400"/>
            <a:ext cx="2933700" cy="6350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8280400" y="4737100"/>
            <a:ext cx="3416300" cy="5715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3081000" y="4737100"/>
            <a:ext cx="3098800" cy="5715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8636000" y="8255000"/>
            <a:ext cx="2692400" cy="5715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3182600" y="8255000"/>
            <a:ext cx="2882900" cy="5715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 rot="5400000">
            <a:off x="14376400" y="4432300"/>
            <a:ext cx="508000" cy="2159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2509500" y="3213100"/>
            <a:ext cx="4241800" cy="12446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12598400" y="3276600"/>
            <a:ext cx="4114800" cy="11303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 rot="5400000">
            <a:off x="9728200" y="7937500"/>
            <a:ext cx="508000" cy="2159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7861300" y="6705600"/>
            <a:ext cx="4241800" cy="12446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7899400" y="6769100"/>
            <a:ext cx="4178300" cy="11303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 rot="5400000">
            <a:off x="9728200" y="4457700"/>
            <a:ext cx="508000" cy="2159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7848600" y="3213100"/>
            <a:ext cx="4241800" cy="12446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7950200" y="3251200"/>
            <a:ext cx="4064000" cy="119380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 rot="5400000">
            <a:off x="14376400" y="7937500"/>
            <a:ext cx="508000" cy="2159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12496800" y="6705600"/>
            <a:ext cx="4241800" cy="12446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12560300" y="6743700"/>
            <a:ext cx="4114800" cy="15367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5461000" y="4965700"/>
            <a:ext cx="1930400" cy="248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36100" y="2946400"/>
            <a:ext cx="2692400" cy="3492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95200" y="2921000"/>
            <a:ext cx="2692400" cy="3492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60300" y="3086100"/>
            <a:ext cx="2349500" cy="3149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341600" y="2921000"/>
            <a:ext cx="2692400" cy="3492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63100" y="4191000"/>
            <a:ext cx="24384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509500" y="4191000"/>
            <a:ext cx="24384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5443200" y="4191000"/>
            <a:ext cx="2489200" cy="1778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89700" y="2946400"/>
            <a:ext cx="2692400" cy="3492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16700" y="4191000"/>
            <a:ext cx="2438400" cy="1485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5400000">
            <a:off x="-4533900" y="4381500"/>
            <a:ext cx="9461500" cy="520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1610564">
            <a:off x="-177800" y="9702800"/>
            <a:ext cx="2654300" cy="38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5400000">
            <a:off x="76200" y="9702800"/>
            <a:ext cx="1244600" cy="520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-5400000">
            <a:off x="-114300" y="8178800"/>
            <a:ext cx="1701800" cy="330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93700" y="9766300"/>
            <a:ext cx="596900" cy="304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55700" y="838200"/>
            <a:ext cx="1358900" cy="1308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65200" y="1790700"/>
            <a:ext cx="1892300" cy="342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65200" y="1790700"/>
            <a:ext cx="2387600" cy="381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489700" y="8521700"/>
            <a:ext cx="11633200" cy="14732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769100" y="8699500"/>
            <a:ext cx="11226800" cy="10033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769100" y="9194800"/>
            <a:ext cx="11226800" cy="5715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759200" y="3416300"/>
            <a:ext cx="2184400" cy="21590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911600" y="3517900"/>
            <a:ext cx="1866900" cy="18669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 rot="10800000">
            <a:off x="6489700" y="6464300"/>
            <a:ext cx="2692400" cy="18923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10800000">
            <a:off x="6616700" y="7378700"/>
            <a:ext cx="2425700" cy="2540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 rot="10800000">
            <a:off x="9436100" y="6464300"/>
            <a:ext cx="2692400" cy="18923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 rot="10800000">
            <a:off x="12382500" y="6464300"/>
            <a:ext cx="2692400" cy="18923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 rot="10800000">
            <a:off x="15354300" y="6464300"/>
            <a:ext cx="2692400" cy="18923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3543300" y="2946400"/>
            <a:ext cx="2692400" cy="45720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3721100" y="3111500"/>
            <a:ext cx="2349500" cy="42291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3822700" y="3048000"/>
            <a:ext cx="2159000" cy="43561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606800" y="215900"/>
            <a:ext cx="6350000" cy="14097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3619500" y="1524000"/>
            <a:ext cx="7759700" cy="6858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6718300" y="7200900"/>
            <a:ext cx="2235200" cy="7620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9804400" y="7010400"/>
            <a:ext cx="1968500" cy="11049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2585700" y="7124700"/>
            <a:ext cx="2286000" cy="7620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5379700" y="6946900"/>
            <a:ext cx="2641600" cy="11049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5524500" y="2463800"/>
            <a:ext cx="1460500" cy="3683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8572500" y="2463800"/>
            <a:ext cx="1460500" cy="3683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1468100" y="2463800"/>
            <a:ext cx="1460500" cy="3683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4427200" y="2463800"/>
            <a:ext cx="1460500" cy="3683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965200" y="2641600"/>
            <a:ext cx="1663700" cy="3429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965200" y="2286000"/>
            <a:ext cx="1714500" cy="254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965200" y="3073400"/>
            <a:ext cx="1714500" cy="2540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965200" y="3403600"/>
            <a:ext cx="1968500" cy="2540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965200" y="3721100"/>
            <a:ext cx="1714500" cy="2540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6934200" y="3213100"/>
            <a:ext cx="1803400" cy="5334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9728200" y="3213100"/>
            <a:ext cx="2120900" cy="5334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12877800" y="3060700"/>
            <a:ext cx="1701800" cy="85090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15709900" y="3060700"/>
            <a:ext cx="1955800" cy="8509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15468600" y="4419600"/>
            <a:ext cx="254000" cy="2540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15468600" y="5143500"/>
            <a:ext cx="254000" cy="2540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15468600" y="4787900"/>
            <a:ext cx="254000" cy="2540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15760700" y="4368800"/>
            <a:ext cx="2374900" cy="14351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692900" y="4432300"/>
            <a:ext cx="254000" cy="25400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6692900" y="4762500"/>
            <a:ext cx="254000" cy="254000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6692900" y="5092700"/>
            <a:ext cx="254000" cy="25400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7962900" y="5118100"/>
            <a:ext cx="25400" cy="584200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7035800" y="4368800"/>
            <a:ext cx="2565400" cy="10922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9728200" y="4368800"/>
            <a:ext cx="2159000" cy="736600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12649200" y="4368800"/>
            <a:ext cx="2311400" cy="1435100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8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3543300" y="7658100"/>
            <a:ext cx="2705100" cy="2273300"/>
          </a:xfrm>
          <a:prstGeom prst="rect">
            <a:avLst/>
          </a:prstGeom>
        </p:spPr>
      </p:pic>
      <p:pic>
        <p:nvPicPr>
          <p:cNvPr id="63" name="Picture 63"/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3556000" y="7505700"/>
            <a:ext cx="2692400" cy="269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4533900" y="4381500"/>
            <a:ext cx="9461500" cy="520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10564">
            <a:off x="-177800" y="9702800"/>
            <a:ext cx="2654300" cy="3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76200" y="9702800"/>
            <a:ext cx="1244600" cy="520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21100" y="1778000"/>
            <a:ext cx="14351000" cy="63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21100" y="2006600"/>
            <a:ext cx="10033000" cy="6146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-5400000">
            <a:off x="-114300" y="8178800"/>
            <a:ext cx="1701800" cy="330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3700" y="9766300"/>
            <a:ext cx="596900" cy="304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82700" y="838200"/>
            <a:ext cx="1358900" cy="130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4900" y="1790700"/>
            <a:ext cx="1892300" cy="342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92200" y="1790700"/>
            <a:ext cx="2387600" cy="38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21100" y="762000"/>
            <a:ext cx="7188200" cy="1003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3957300" y="2019300"/>
            <a:ext cx="4102100" cy="6159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973300" y="2286000"/>
            <a:ext cx="2463800" cy="596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4236700" y="3263900"/>
            <a:ext cx="3530600" cy="850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236700" y="4572000"/>
            <a:ext cx="3530600" cy="850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274800" y="5880100"/>
            <a:ext cx="3454400" cy="469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4097000" y="6870700"/>
            <a:ext cx="3810000" cy="850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19200" y="2527300"/>
            <a:ext cx="1663700" cy="3429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19200" y="2184400"/>
            <a:ext cx="1714500" cy="254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19200" y="2971800"/>
            <a:ext cx="1714500" cy="2540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19200" y="3289300"/>
            <a:ext cx="1968500" cy="2540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19200" y="3619500"/>
            <a:ext cx="1714500" cy="2540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3733800" y="8420100"/>
            <a:ext cx="14325600" cy="16891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356100" y="8661400"/>
            <a:ext cx="11696700" cy="11430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356100" y="9182100"/>
            <a:ext cx="14122400" cy="6985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4274800" y="2108200"/>
            <a:ext cx="596900" cy="6604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3957300" y="2984500"/>
            <a:ext cx="4102100" cy="381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3995400" y="4267200"/>
            <a:ext cx="4025900" cy="381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3995400" y="5588000"/>
            <a:ext cx="4025900" cy="381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3995400" y="6578600"/>
            <a:ext cx="40259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4533900" y="4381500"/>
            <a:ext cx="9461500" cy="520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10564">
            <a:off x="-177800" y="9702800"/>
            <a:ext cx="2654300" cy="3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76200" y="9702800"/>
            <a:ext cx="1244600" cy="520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27500" y="1778000"/>
            <a:ext cx="12928600" cy="63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5400000">
            <a:off x="-114300" y="8178800"/>
            <a:ext cx="1701800" cy="330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3700" y="9766300"/>
            <a:ext cx="5969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82700" y="838200"/>
            <a:ext cx="1358900" cy="130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04900" y="1790700"/>
            <a:ext cx="1892300" cy="342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92200" y="1790700"/>
            <a:ext cx="2387600" cy="38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52900" y="1092200"/>
            <a:ext cx="10274300" cy="558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19200" y="2844800"/>
            <a:ext cx="1663700" cy="342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19200" y="2184400"/>
            <a:ext cx="1714500" cy="254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19200" y="2489200"/>
            <a:ext cx="1714500" cy="254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19200" y="3289300"/>
            <a:ext cx="1968500" cy="254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19200" y="3619500"/>
            <a:ext cx="1714500" cy="254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65600" y="2032000"/>
            <a:ext cx="6083300" cy="2159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178300" y="4381500"/>
            <a:ext cx="6756400" cy="10287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102100" y="5816600"/>
            <a:ext cx="1524000" cy="5588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191000" y="5905500"/>
            <a:ext cx="1358900" cy="393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930900" y="5816600"/>
            <a:ext cx="1524000" cy="5588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019800" y="5905500"/>
            <a:ext cx="1358900" cy="3937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759700" y="5816600"/>
            <a:ext cx="1371600" cy="5588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975600" y="5905500"/>
            <a:ext cx="977900" cy="3937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626100" y="5994400"/>
            <a:ext cx="304800" cy="2159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467600" y="5994400"/>
            <a:ext cx="304800" cy="21590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3C136FE7-758F-6AED-CD76-129DFF8E1018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82263" y="2187300"/>
            <a:ext cx="3673837" cy="73775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4533900" y="4381500"/>
            <a:ext cx="9461500" cy="520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10564">
            <a:off x="-177800" y="9702800"/>
            <a:ext cx="2654300" cy="3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76200" y="9702800"/>
            <a:ext cx="1244600" cy="520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27500" y="1778000"/>
            <a:ext cx="12928600" cy="63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5400000">
            <a:off x="-114300" y="8178800"/>
            <a:ext cx="1701800" cy="330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3700" y="9766300"/>
            <a:ext cx="5969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82700" y="838200"/>
            <a:ext cx="1358900" cy="130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04900" y="1790700"/>
            <a:ext cx="1892300" cy="342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92200" y="1790700"/>
            <a:ext cx="2387600" cy="38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40200" y="1092200"/>
            <a:ext cx="10274300" cy="558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19200" y="2844800"/>
            <a:ext cx="1663700" cy="342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19200" y="2184400"/>
            <a:ext cx="1714500" cy="254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19200" y="2489200"/>
            <a:ext cx="1714500" cy="254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19200" y="3289300"/>
            <a:ext cx="1968500" cy="254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19200" y="3619500"/>
            <a:ext cx="1714500" cy="254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65600" y="2032000"/>
            <a:ext cx="5283200" cy="32258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178300" y="5410200"/>
            <a:ext cx="8178800" cy="10287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165600" y="6718300"/>
            <a:ext cx="2095500" cy="5588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254500" y="6794500"/>
            <a:ext cx="1879600" cy="393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527800" y="6718300"/>
            <a:ext cx="2590800" cy="5588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629400" y="6794500"/>
            <a:ext cx="2387600" cy="3937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9398000" y="6718300"/>
            <a:ext cx="1943100" cy="5588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512300" y="6794500"/>
            <a:ext cx="1714500" cy="3937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248400" y="6896100"/>
            <a:ext cx="304800" cy="2159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9118600" y="6896100"/>
            <a:ext cx="304800" cy="215900"/>
          </a:xfrm>
          <a:prstGeom prst="rect">
            <a:avLst/>
          </a:prstGeom>
        </p:spPr>
      </p:pic>
      <p:pic>
        <p:nvPicPr>
          <p:cNvPr id="28" name="그림 27" descr="텍스트, 스크린샷, 휴대 전화, 모바일 기기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13045E5-B26B-3FEF-81F0-66F78DB78830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2263" y="2184400"/>
            <a:ext cx="3673837" cy="73833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4533900" y="4381500"/>
            <a:ext cx="9461500" cy="520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10564">
            <a:off x="-177800" y="9702800"/>
            <a:ext cx="2654300" cy="3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76200" y="9702800"/>
            <a:ext cx="1244600" cy="520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27500" y="1778000"/>
            <a:ext cx="12928600" cy="63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5400000">
            <a:off x="-114300" y="8178800"/>
            <a:ext cx="1701800" cy="330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3700" y="9766300"/>
            <a:ext cx="5969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82700" y="838200"/>
            <a:ext cx="1358900" cy="130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04900" y="1790700"/>
            <a:ext cx="1892300" cy="342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92200" y="1790700"/>
            <a:ext cx="2387600" cy="38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40200" y="1117600"/>
            <a:ext cx="10274300" cy="558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78300" y="2032000"/>
            <a:ext cx="8026400" cy="3225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78300" y="5384800"/>
            <a:ext cx="8178800" cy="1028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19200" y="2844800"/>
            <a:ext cx="1663700" cy="342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19200" y="2184400"/>
            <a:ext cx="1714500" cy="254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19200" y="2489200"/>
            <a:ext cx="1714500" cy="254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19200" y="3289300"/>
            <a:ext cx="1968500" cy="254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219200" y="3619500"/>
            <a:ext cx="1714500" cy="254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152900" y="6680200"/>
            <a:ext cx="2019300" cy="5588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318000" y="6769100"/>
            <a:ext cx="1879600" cy="393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438900" y="6680200"/>
            <a:ext cx="1765300" cy="5588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565900" y="6769100"/>
            <a:ext cx="1549400" cy="3937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445500" y="6680200"/>
            <a:ext cx="2578100" cy="5588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6159500" y="6870700"/>
            <a:ext cx="304800" cy="2159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166100" y="6870700"/>
            <a:ext cx="304800" cy="2159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610600" y="6769100"/>
            <a:ext cx="2247900" cy="3937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B60713D2-1D1D-36E7-D50C-CFA1C9C88057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82529" y="2184400"/>
            <a:ext cx="3673304" cy="73833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4533900" y="4381500"/>
            <a:ext cx="9461500" cy="520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10564">
            <a:off x="-177800" y="9702800"/>
            <a:ext cx="2654300" cy="3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76200" y="9702800"/>
            <a:ext cx="1244600" cy="520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27500" y="1778000"/>
            <a:ext cx="12928600" cy="63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5400000">
            <a:off x="-114300" y="8178800"/>
            <a:ext cx="1701800" cy="330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3700" y="9766300"/>
            <a:ext cx="5969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82700" y="838200"/>
            <a:ext cx="1358900" cy="130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04900" y="1790700"/>
            <a:ext cx="1892300" cy="342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92200" y="1790700"/>
            <a:ext cx="2387600" cy="38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40200" y="647700"/>
            <a:ext cx="10274300" cy="1003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93800" y="3162300"/>
            <a:ext cx="2311400" cy="342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19200" y="2184400"/>
            <a:ext cx="1714500" cy="254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19200" y="2489200"/>
            <a:ext cx="1714500" cy="254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19200" y="3606800"/>
            <a:ext cx="1968500" cy="254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19200" y="2806700"/>
            <a:ext cx="1714500" cy="254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4058900" y="2654300"/>
            <a:ext cx="2565400" cy="4533900"/>
          </a:xfrm>
          <a:prstGeom prst="rect">
            <a:avLst/>
          </a:prstGeom>
          <a:effectLst>
            <a:outerShdw blurRad="128111" dist="39419" dir="5400000">
              <a:srgbClr val="000000">
                <a:alpha val="15000"/>
              </a:srgbClr>
            </a:outerShdw>
          </a:effectLst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4935200" y="2743200"/>
            <a:ext cx="812800" cy="812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4185900" y="5537200"/>
            <a:ext cx="254000" cy="254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4185900" y="4775200"/>
            <a:ext cx="254000" cy="254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4274800" y="3759200"/>
            <a:ext cx="2133600" cy="5207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645400" y="2654300"/>
            <a:ext cx="2565400" cy="4533900"/>
          </a:xfrm>
          <a:prstGeom prst="rect">
            <a:avLst/>
          </a:prstGeom>
          <a:effectLst>
            <a:outerShdw blurRad="128111" dist="39419" dir="5400000">
              <a:srgbClr val="000000">
                <a:alpha val="15000"/>
              </a:srgbClr>
            </a:outerShdw>
          </a:effectLst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432800" y="2654300"/>
            <a:ext cx="990600" cy="9906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747000" y="3759200"/>
            <a:ext cx="2374900" cy="5207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858500" y="2654300"/>
            <a:ext cx="2565400" cy="4533900"/>
          </a:xfrm>
          <a:prstGeom prst="rect">
            <a:avLst/>
          </a:prstGeom>
          <a:effectLst>
            <a:outerShdw blurRad="128111" dist="39419" dir="5400000">
              <a:srgbClr val="000000">
                <a:alpha val="15000"/>
              </a:srgbClr>
            </a:outerShdw>
          </a:effectLst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1722100" y="2743200"/>
            <a:ext cx="838200" cy="8382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972800" y="3759200"/>
            <a:ext cx="2133600" cy="5207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4445000" y="2654300"/>
            <a:ext cx="2565400" cy="4533900"/>
          </a:xfrm>
          <a:prstGeom prst="rect">
            <a:avLst/>
          </a:prstGeom>
          <a:effectLst>
            <a:outerShdw blurRad="128111" dist="39419" dir="5400000">
              <a:srgbClr val="000000">
                <a:alpha val="15000"/>
              </a:srgbClr>
            </a:outerShdw>
          </a:effectLst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660900" y="3594100"/>
            <a:ext cx="2133600" cy="9525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321300" y="2794000"/>
            <a:ext cx="800100" cy="7239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940300" y="4737100"/>
            <a:ext cx="2235200" cy="6604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039100" y="4737100"/>
            <a:ext cx="2235200" cy="9525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0909300" y="4737100"/>
            <a:ext cx="2463800" cy="9525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4516100" y="4737100"/>
            <a:ext cx="2235200" cy="6604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4516100" y="5499100"/>
            <a:ext cx="2235200" cy="6604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4516100" y="6362700"/>
            <a:ext cx="2235200" cy="6604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940300" y="6108700"/>
            <a:ext cx="2235200" cy="9525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039100" y="6108700"/>
            <a:ext cx="2400300" cy="9525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4185900" y="6400800"/>
            <a:ext cx="254000" cy="2540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7721600" y="4762500"/>
            <a:ext cx="254000" cy="2540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7721600" y="6146800"/>
            <a:ext cx="254000" cy="2540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4584700" y="4749800"/>
            <a:ext cx="254000" cy="2540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4584700" y="6134100"/>
            <a:ext cx="254000" cy="254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10236200" y="4914900"/>
            <a:ext cx="622300" cy="4572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7035800" y="4914900"/>
            <a:ext cx="622300" cy="4572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13423900" y="4914900"/>
            <a:ext cx="622300" cy="4572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4368800" y="8039100"/>
            <a:ext cx="3835400" cy="20066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8648700" y="8039100"/>
            <a:ext cx="3898900" cy="20066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2865100" y="8039100"/>
            <a:ext cx="3987800" cy="200660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4521200" y="8153400"/>
            <a:ext cx="3530600" cy="7493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4673600" y="8305800"/>
            <a:ext cx="3225800" cy="4699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8839200" y="8153400"/>
            <a:ext cx="3530600" cy="7493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8991600" y="8318500"/>
            <a:ext cx="3225800" cy="4699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13081000" y="8153400"/>
            <a:ext cx="3530600" cy="7493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13233400" y="8318500"/>
            <a:ext cx="3225800" cy="46990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4711700" y="9131300"/>
            <a:ext cx="3149600" cy="762000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9029700" y="9131300"/>
            <a:ext cx="3149600" cy="76200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12966700" y="9093200"/>
            <a:ext cx="3835400" cy="762000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4445000" y="1955800"/>
            <a:ext cx="2641600" cy="5842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4445000" y="7366000"/>
            <a:ext cx="2641600" cy="584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4533900" y="4381500"/>
            <a:ext cx="9461500" cy="520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10564">
            <a:off x="-177800" y="9702800"/>
            <a:ext cx="2654300" cy="3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76200" y="9702800"/>
            <a:ext cx="1244600" cy="520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27500" y="1778000"/>
            <a:ext cx="12928600" cy="63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5400000">
            <a:off x="-114300" y="8178800"/>
            <a:ext cx="1701800" cy="330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3700" y="9766300"/>
            <a:ext cx="5969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82700" y="838200"/>
            <a:ext cx="1358900" cy="130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04900" y="1790700"/>
            <a:ext cx="1892300" cy="342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92200" y="1790700"/>
            <a:ext cx="2387600" cy="38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40200" y="749300"/>
            <a:ext cx="10274300" cy="1003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27500" y="1943100"/>
            <a:ext cx="7797800" cy="457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165600" y="2565400"/>
            <a:ext cx="5803900" cy="7264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264900" y="2565400"/>
            <a:ext cx="5803900" cy="7264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394200" y="2705100"/>
            <a:ext cx="1676400" cy="635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33900" y="2844800"/>
            <a:ext cx="1397000" cy="342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518900" y="2705100"/>
            <a:ext cx="1676400" cy="635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671300" y="2844800"/>
            <a:ext cx="1397000" cy="342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419600" y="3378200"/>
            <a:ext cx="3441700" cy="5969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1518900" y="3340100"/>
            <a:ext cx="3060700" cy="10922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419600" y="4013200"/>
            <a:ext cx="5473700" cy="787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518900" y="4445000"/>
            <a:ext cx="5321300" cy="1168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1531600" y="8204200"/>
            <a:ext cx="5270500" cy="14732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3157200" y="8877300"/>
            <a:ext cx="3581400" cy="7239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4394200" y="4927600"/>
            <a:ext cx="5321300" cy="11684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4394200" y="6680200"/>
            <a:ext cx="5321300" cy="11684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4394200" y="8420100"/>
            <a:ext cx="5321300" cy="11684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981700" y="6769100"/>
            <a:ext cx="2082800" cy="5334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981700" y="5016500"/>
            <a:ext cx="2794000" cy="5334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981700" y="8509000"/>
            <a:ext cx="1993900" cy="5334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5981700" y="7353300"/>
            <a:ext cx="2616200" cy="3683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981700" y="5588000"/>
            <a:ext cx="2616200" cy="3683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 rot="5400000">
            <a:off x="7124700" y="5600700"/>
            <a:ext cx="6997700" cy="11303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981700" y="9080500"/>
            <a:ext cx="2463800" cy="3683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3157200" y="8280400"/>
            <a:ext cx="2438400" cy="5334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648200" y="8572500"/>
            <a:ext cx="876300" cy="8890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648200" y="5080000"/>
            <a:ext cx="863600" cy="9271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4648200" y="6807200"/>
            <a:ext cx="863600" cy="9271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1722100" y="8382000"/>
            <a:ext cx="1168400" cy="11684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 rot="5400000">
            <a:off x="6756400" y="6146800"/>
            <a:ext cx="622300" cy="4572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 rot="5400000">
            <a:off x="6756400" y="7899400"/>
            <a:ext cx="622300" cy="4572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1849100" y="5727700"/>
            <a:ext cx="4546600" cy="24257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14566900" y="5613400"/>
            <a:ext cx="1625600" cy="8128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14566900" y="6464300"/>
            <a:ext cx="1625600" cy="7112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4566900" y="7289800"/>
            <a:ext cx="1625600" cy="7366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14732000" y="5664200"/>
            <a:ext cx="304800" cy="2540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14732000" y="6515100"/>
            <a:ext cx="304800" cy="2540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4732000" y="7353300"/>
            <a:ext cx="304800" cy="2540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4719300" y="5943600"/>
            <a:ext cx="1206500" cy="40640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4719300" y="6819900"/>
            <a:ext cx="1168400" cy="2032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4719300" y="7670800"/>
            <a:ext cx="1168400" cy="2032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1219200" y="3517900"/>
            <a:ext cx="1663700" cy="3429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1219200" y="2184400"/>
            <a:ext cx="1714500" cy="2540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1219200" y="2489200"/>
            <a:ext cx="1714500" cy="2540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1219200" y="3111500"/>
            <a:ext cx="1968500" cy="25400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1219200" y="2806700"/>
            <a:ext cx="1714500" cy="25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사용자 지정</PresentationFormat>
  <Paragraphs>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조하은</cp:lastModifiedBy>
  <cp:revision>2</cp:revision>
  <dcterms:created xsi:type="dcterms:W3CDTF">2006-08-16T00:00:00Z</dcterms:created>
  <dcterms:modified xsi:type="dcterms:W3CDTF">2026-09-16T14:47:27Z</dcterms:modified>
</cp:coreProperties>
</file>